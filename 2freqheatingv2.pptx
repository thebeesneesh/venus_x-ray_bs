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9" r:id="rId1"/>
    <p:sldMasterId id="2147483657" r:id="rId2"/>
    <p:sldMasterId id="2147483653" r:id="rId3"/>
    <p:sldMasterId id="2147483655" r:id="rId4"/>
  </p:sldMasterIdLst>
  <p:notesMasterIdLst>
    <p:notesMasterId r:id="rId6"/>
  </p:notesMasterIdLst>
  <p:handoutMasterIdLst>
    <p:handoutMasterId r:id="rId7"/>
  </p:handoutMasterIdLst>
  <p:sldIdLst>
    <p:sldId id="288" r:id="rId5"/>
  </p:sldIdLst>
  <p:sldSz cx="32918400" cy="43891200"/>
  <p:notesSz cx="6858000" cy="9144000"/>
  <p:defaultTextStyle>
    <a:defPPr>
      <a:defRPr lang="en-US"/>
    </a:defPPr>
    <a:lvl1pPr algn="l" defTabSz="4387850" rtl="0" fontAlgn="base">
      <a:spcBef>
        <a:spcPct val="0"/>
      </a:spcBef>
      <a:spcAft>
        <a:spcPct val="0"/>
      </a:spcAft>
      <a:defRPr sz="8600" kern="1200">
        <a:solidFill>
          <a:schemeClr val="tx1"/>
        </a:solidFill>
        <a:latin typeface="Arial" charset="0"/>
        <a:ea typeface="ＭＳ Ｐゴシック" charset="0"/>
        <a:cs typeface="ＭＳ Ｐゴシック" charset="0"/>
      </a:defRPr>
    </a:lvl1pPr>
    <a:lvl2pPr marL="2193925" indent="-1736725" algn="l" defTabSz="4387850" rtl="0" fontAlgn="base">
      <a:spcBef>
        <a:spcPct val="0"/>
      </a:spcBef>
      <a:spcAft>
        <a:spcPct val="0"/>
      </a:spcAft>
      <a:defRPr sz="8600" kern="1200">
        <a:solidFill>
          <a:schemeClr val="tx1"/>
        </a:solidFill>
        <a:latin typeface="Arial" charset="0"/>
        <a:ea typeface="ＭＳ Ｐゴシック" charset="0"/>
        <a:cs typeface="ＭＳ Ｐゴシック" charset="0"/>
      </a:defRPr>
    </a:lvl2pPr>
    <a:lvl3pPr marL="4387850" indent="-3473450" algn="l" defTabSz="4387850" rtl="0" fontAlgn="base">
      <a:spcBef>
        <a:spcPct val="0"/>
      </a:spcBef>
      <a:spcAft>
        <a:spcPct val="0"/>
      </a:spcAft>
      <a:defRPr sz="8600" kern="1200">
        <a:solidFill>
          <a:schemeClr val="tx1"/>
        </a:solidFill>
        <a:latin typeface="Arial" charset="0"/>
        <a:ea typeface="ＭＳ Ｐゴシック" charset="0"/>
        <a:cs typeface="ＭＳ Ｐゴシック" charset="0"/>
      </a:defRPr>
    </a:lvl3pPr>
    <a:lvl4pPr marL="6581775" indent="-5210175" algn="l" defTabSz="4387850" rtl="0" fontAlgn="base">
      <a:spcBef>
        <a:spcPct val="0"/>
      </a:spcBef>
      <a:spcAft>
        <a:spcPct val="0"/>
      </a:spcAft>
      <a:defRPr sz="8600" kern="1200">
        <a:solidFill>
          <a:schemeClr val="tx1"/>
        </a:solidFill>
        <a:latin typeface="Arial" charset="0"/>
        <a:ea typeface="ＭＳ Ｐゴシック" charset="0"/>
        <a:cs typeface="ＭＳ Ｐゴシック" charset="0"/>
      </a:defRPr>
    </a:lvl4pPr>
    <a:lvl5pPr marL="8777288" indent="-6948488" algn="l" defTabSz="4387850" rtl="0" fontAlgn="base">
      <a:spcBef>
        <a:spcPct val="0"/>
      </a:spcBef>
      <a:spcAft>
        <a:spcPct val="0"/>
      </a:spcAft>
      <a:defRPr sz="8600" kern="1200">
        <a:solidFill>
          <a:schemeClr val="tx1"/>
        </a:solidFill>
        <a:latin typeface="Arial" charset="0"/>
        <a:ea typeface="ＭＳ Ｐゴシック" charset="0"/>
        <a:cs typeface="ＭＳ Ｐゴシック" charset="0"/>
      </a:defRPr>
    </a:lvl5pPr>
    <a:lvl6pPr marL="2286000" algn="l" defTabSz="457200" rtl="0" eaLnBrk="1" latinLnBrk="0" hangingPunct="1">
      <a:defRPr sz="8600" kern="1200">
        <a:solidFill>
          <a:schemeClr val="tx1"/>
        </a:solidFill>
        <a:latin typeface="Arial" charset="0"/>
        <a:ea typeface="ＭＳ Ｐゴシック" charset="0"/>
        <a:cs typeface="ＭＳ Ｐゴシック" charset="0"/>
      </a:defRPr>
    </a:lvl6pPr>
    <a:lvl7pPr marL="2743200" algn="l" defTabSz="457200" rtl="0" eaLnBrk="1" latinLnBrk="0" hangingPunct="1">
      <a:defRPr sz="8600" kern="1200">
        <a:solidFill>
          <a:schemeClr val="tx1"/>
        </a:solidFill>
        <a:latin typeface="Arial" charset="0"/>
        <a:ea typeface="ＭＳ Ｐゴシック" charset="0"/>
        <a:cs typeface="ＭＳ Ｐゴシック" charset="0"/>
      </a:defRPr>
    </a:lvl7pPr>
    <a:lvl8pPr marL="3200400" algn="l" defTabSz="457200" rtl="0" eaLnBrk="1" latinLnBrk="0" hangingPunct="1">
      <a:defRPr sz="8600" kern="1200">
        <a:solidFill>
          <a:schemeClr val="tx1"/>
        </a:solidFill>
        <a:latin typeface="Arial" charset="0"/>
        <a:ea typeface="ＭＳ Ｐゴシック" charset="0"/>
        <a:cs typeface="ＭＳ Ｐゴシック" charset="0"/>
      </a:defRPr>
    </a:lvl8pPr>
    <a:lvl9pPr marL="3657600" algn="l" defTabSz="457200" rtl="0" eaLnBrk="1" latinLnBrk="0" hangingPunct="1">
      <a:defRPr sz="86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3" orient="horz" pos="13824" userDrawn="1">
          <p15:clr>
            <a:srgbClr val="A4A3A4"/>
          </p15:clr>
        </p15:guide>
        <p15:guide id="9" pos="10368" userDrawn="1">
          <p15:clr>
            <a:srgbClr val="A4A3A4"/>
          </p15:clr>
        </p15:guide>
        <p15:guide id="10" pos="432" userDrawn="1">
          <p15:clr>
            <a:srgbClr val="A4A3A4"/>
          </p15:clr>
        </p15:guide>
        <p15:guide id="11" pos="20304" userDrawn="1">
          <p15:clr>
            <a:srgbClr val="A4A3A4"/>
          </p15:clr>
        </p15:guide>
        <p15:guide id="12" orient="horz" pos="432" userDrawn="1">
          <p15:clr>
            <a:srgbClr val="A4A3A4"/>
          </p15:clr>
        </p15:guide>
        <p15:guide id="13" orient="horz" pos="2738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13C"/>
    <a:srgbClr val="00395A"/>
    <a:srgbClr val="1D4980"/>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73" autoAdjust="0"/>
  </p:normalViewPr>
  <p:slideViewPr>
    <p:cSldViewPr snapToGrid="0" snapToObjects="1" showGuides="1">
      <p:cViewPr>
        <p:scale>
          <a:sx n="25" d="100"/>
          <a:sy n="25" d="100"/>
        </p:scale>
        <p:origin x="18" y="-366"/>
      </p:cViewPr>
      <p:guideLst>
        <p:guide orient="horz" pos="13824"/>
        <p:guide pos="10368"/>
        <p:guide pos="432"/>
        <p:guide pos="20304"/>
        <p:guide orient="horz" pos="432"/>
        <p:guide orient="horz" pos="2738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1" d="100"/>
          <a:sy n="81" d="100"/>
        </p:scale>
        <p:origin x="3894"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handoutMaster" Target="handoutMasters/handout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charset="0"/>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charset="0"/>
              </a:defRPr>
            </a:lvl1pPr>
          </a:lstStyle>
          <a:p>
            <a:pPr>
              <a:defRPr/>
            </a:pPr>
            <a:fld id="{F1117959-E873-E046-B0CC-5CAA5B9C11E0}" type="datetime1">
              <a:rPr lang="en-US"/>
              <a:pPr>
                <a:defRPr/>
              </a:pPr>
              <a:t>9/24/2026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charset="0"/>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charset="0"/>
              </a:defRPr>
            </a:lvl1pPr>
          </a:lstStyle>
          <a:p>
            <a:pPr>
              <a:defRPr/>
            </a:pPr>
            <a:fld id="{5B2B9BF9-B4C6-AF47-9CDA-28FAE34CEB54}" type="slidenum">
              <a:rPr lang="en-US"/>
              <a:pPr>
                <a:defRPr/>
              </a:pPr>
              <a:t>‹#›</a:t>
            </a:fld>
            <a:endParaRPr lang="en-US"/>
          </a:p>
        </p:txBody>
      </p:sp>
    </p:spTree>
    <p:extLst>
      <p:ext uri="{BB962C8B-B14F-4D97-AF65-F5344CB8AC3E}">
        <p14:creationId xmlns:p14="http://schemas.microsoft.com/office/powerpoint/2010/main" val="10317092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charset="0"/>
              </a:defRPr>
            </a:lvl1pPr>
          </a:lstStyle>
          <a:p>
            <a:pPr>
              <a:defRPr/>
            </a:pPr>
            <a:fld id="{DB5EF99E-7930-7944-985C-C1193D10D0E1}" type="datetime1">
              <a:rPr lang="en-US"/>
              <a:pPr>
                <a:defRPr/>
              </a:pPr>
              <a:t>9/24/2026</a:t>
            </a:fld>
            <a:endParaRPr lang="en-US"/>
          </a:p>
        </p:txBody>
      </p:sp>
      <p:sp>
        <p:nvSpPr>
          <p:cNvPr id="4"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charset="0"/>
              </a:defRPr>
            </a:lvl1pPr>
          </a:lstStyle>
          <a:p>
            <a:pPr>
              <a:defRPr/>
            </a:pPr>
            <a:fld id="{A8636910-0990-344C-ABD4-511097861201}" type="slidenum">
              <a:rPr lang="en-US"/>
              <a:pPr>
                <a:defRPr/>
              </a:pPr>
              <a:t>‹#›</a:t>
            </a:fld>
            <a:endParaRPr lang="en-US"/>
          </a:p>
        </p:txBody>
      </p:sp>
    </p:spTree>
    <p:extLst>
      <p:ext uri="{BB962C8B-B14F-4D97-AF65-F5344CB8AC3E}">
        <p14:creationId xmlns:p14="http://schemas.microsoft.com/office/powerpoint/2010/main" val="3186627732"/>
      </p:ext>
    </p:extLst>
  </p:cSld>
  <p:clrMap bg1="lt1" tx1="dk1" bg2="lt2" tx2="dk2" accent1="accent1" accent2="accent2" accent3="accent3" accent4="accent4" accent5="accent5" accent6="accent6" hlink="hlink" folHlink="folHlink"/>
  <p:notesStyle>
    <a:lvl1pPr algn="l" defTabSz="4387850" rtl="0" eaLnBrk="0" fontAlgn="base" hangingPunct="0">
      <a:spcBef>
        <a:spcPct val="30000"/>
      </a:spcBef>
      <a:spcAft>
        <a:spcPct val="0"/>
      </a:spcAft>
      <a:defRPr sz="5800" kern="1200">
        <a:solidFill>
          <a:schemeClr val="tx1"/>
        </a:solidFill>
        <a:latin typeface="+mn-lt"/>
        <a:ea typeface="ＭＳ Ｐゴシック" charset="-128"/>
        <a:cs typeface="ＭＳ Ｐゴシック" charset="-128"/>
      </a:defRPr>
    </a:lvl1pPr>
    <a:lvl2pPr marL="2193925" algn="l" defTabSz="4387850" rtl="0" eaLnBrk="0" fontAlgn="base" hangingPunct="0">
      <a:spcBef>
        <a:spcPct val="30000"/>
      </a:spcBef>
      <a:spcAft>
        <a:spcPct val="0"/>
      </a:spcAft>
      <a:defRPr sz="5800" kern="1200">
        <a:solidFill>
          <a:schemeClr val="tx1"/>
        </a:solidFill>
        <a:latin typeface="+mn-lt"/>
        <a:ea typeface="ＭＳ Ｐゴシック" charset="-128"/>
        <a:cs typeface="+mn-cs"/>
      </a:defRPr>
    </a:lvl2pPr>
    <a:lvl3pPr marL="4387850" algn="l" defTabSz="4387850" rtl="0" eaLnBrk="0" fontAlgn="base" hangingPunct="0">
      <a:spcBef>
        <a:spcPct val="30000"/>
      </a:spcBef>
      <a:spcAft>
        <a:spcPct val="0"/>
      </a:spcAft>
      <a:defRPr sz="5800" kern="1200">
        <a:solidFill>
          <a:schemeClr val="tx1"/>
        </a:solidFill>
        <a:latin typeface="+mn-lt"/>
        <a:ea typeface="ＭＳ Ｐゴシック" charset="-128"/>
        <a:cs typeface="+mn-cs"/>
      </a:defRPr>
    </a:lvl3pPr>
    <a:lvl4pPr marL="6581775" algn="l" defTabSz="4387850" rtl="0" eaLnBrk="0" fontAlgn="base" hangingPunct="0">
      <a:spcBef>
        <a:spcPct val="30000"/>
      </a:spcBef>
      <a:spcAft>
        <a:spcPct val="0"/>
      </a:spcAft>
      <a:defRPr sz="5800" kern="1200">
        <a:solidFill>
          <a:schemeClr val="tx1"/>
        </a:solidFill>
        <a:latin typeface="+mn-lt"/>
        <a:ea typeface="ＭＳ Ｐゴシック" charset="-128"/>
        <a:cs typeface="+mn-cs"/>
      </a:defRPr>
    </a:lvl4pPr>
    <a:lvl5pPr marL="8777288" algn="l" defTabSz="4387850" rtl="0" eaLnBrk="0" fontAlgn="base" hangingPunct="0">
      <a:spcBef>
        <a:spcPct val="30000"/>
      </a:spcBef>
      <a:spcAft>
        <a:spcPct val="0"/>
      </a:spcAft>
      <a:defRPr sz="5800" kern="1200">
        <a:solidFill>
          <a:schemeClr val="tx1"/>
        </a:solidFill>
        <a:latin typeface="+mn-lt"/>
        <a:ea typeface="ＭＳ Ｐゴシック" charset="-128"/>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BNL 4-Column Teal V Poster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678141" y="9193316"/>
            <a:ext cx="7542610" cy="830975"/>
          </a:xfrm>
          <a:prstGeom prst="rect">
            <a:avLst/>
          </a:prstGeom>
        </p:spPr>
        <p:txBody>
          <a:bodyPr wrap="square" lIns="228589" tIns="228589" rIns="228589" bIns="228589">
            <a:spAutoFit/>
          </a:bodyPr>
          <a:lstStyle>
            <a:lvl1pPr marL="0" indent="0">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6" name="Text Placeholder 5"/>
          <p:cNvSpPr>
            <a:spLocks noGrp="1"/>
          </p:cNvSpPr>
          <p:nvPr>
            <p:ph type="body" sz="quarter" idx="11"/>
          </p:nvPr>
        </p:nvSpPr>
        <p:spPr>
          <a:xfrm>
            <a:off x="691756" y="8005697"/>
            <a:ext cx="7536656" cy="938719"/>
          </a:xfrm>
          <a:prstGeom prst="rect">
            <a:avLst/>
          </a:prstGeom>
          <a:solidFill>
            <a:schemeClr val="accent1"/>
          </a:solidFill>
        </p:spPr>
        <p:txBody>
          <a:bodyPr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0" name="Text Placeholder 5"/>
          <p:cNvSpPr>
            <a:spLocks noGrp="1"/>
          </p:cNvSpPr>
          <p:nvPr>
            <p:ph type="body" sz="quarter" idx="20"/>
          </p:nvPr>
        </p:nvSpPr>
        <p:spPr>
          <a:xfrm>
            <a:off x="691754" y="20080777"/>
            <a:ext cx="7537847"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1" name="Text Placeholder 3"/>
          <p:cNvSpPr>
            <a:spLocks noGrp="1"/>
          </p:cNvSpPr>
          <p:nvPr>
            <p:ph type="body" sz="quarter" idx="21"/>
          </p:nvPr>
        </p:nvSpPr>
        <p:spPr>
          <a:xfrm>
            <a:off x="8690374" y="9193316"/>
            <a:ext cx="7536656" cy="830975"/>
          </a:xfrm>
          <a:prstGeom prst="rect">
            <a:avLst/>
          </a:prstGeom>
        </p:spPr>
        <p:txBody>
          <a:bodyPr wrap="square" lIns="228589" tIns="228589" rIns="228589" bIns="228589">
            <a:spAutoFit/>
          </a:bodyPr>
          <a:lstStyle>
            <a:lvl1pPr marL="0" indent="0">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2" name="Text Placeholder 5"/>
          <p:cNvSpPr>
            <a:spLocks noGrp="1"/>
          </p:cNvSpPr>
          <p:nvPr>
            <p:ph type="body" sz="quarter" idx="22"/>
          </p:nvPr>
        </p:nvSpPr>
        <p:spPr>
          <a:xfrm>
            <a:off x="8690375" y="8005697"/>
            <a:ext cx="7536656" cy="938719"/>
          </a:xfrm>
          <a:prstGeom prst="rect">
            <a:avLst/>
          </a:prstGeom>
          <a:solidFill>
            <a:schemeClr val="accent1"/>
          </a:solidFill>
        </p:spPr>
        <p:txBody>
          <a:bodyPr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3" name="Text Placeholder 3"/>
          <p:cNvSpPr>
            <a:spLocks noGrp="1"/>
          </p:cNvSpPr>
          <p:nvPr>
            <p:ph type="body" sz="quarter" idx="23"/>
          </p:nvPr>
        </p:nvSpPr>
        <p:spPr>
          <a:xfrm>
            <a:off x="16693754" y="9193316"/>
            <a:ext cx="7536656" cy="830975"/>
          </a:xfrm>
          <a:prstGeom prst="rect">
            <a:avLst/>
          </a:prstGeom>
        </p:spPr>
        <p:txBody>
          <a:bodyPr wrap="square" lIns="228589" tIns="228589" rIns="228589" bIns="228589">
            <a:spAutoFit/>
          </a:bodyPr>
          <a:lstStyle>
            <a:lvl1pPr marL="0" indent="0">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4" name="Text Placeholder 5"/>
          <p:cNvSpPr>
            <a:spLocks noGrp="1"/>
          </p:cNvSpPr>
          <p:nvPr>
            <p:ph type="body" sz="quarter" idx="24"/>
          </p:nvPr>
        </p:nvSpPr>
        <p:spPr>
          <a:xfrm>
            <a:off x="16687800" y="8005697"/>
            <a:ext cx="7543800" cy="938719"/>
          </a:xfrm>
          <a:prstGeom prst="rect">
            <a:avLst/>
          </a:prstGeom>
          <a:solidFill>
            <a:schemeClr val="accent1"/>
          </a:solidFill>
        </p:spPr>
        <p:txBody>
          <a:bodyPr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5"/>
          </p:nvPr>
        </p:nvSpPr>
        <p:spPr>
          <a:xfrm>
            <a:off x="24693562" y="8005697"/>
            <a:ext cx="7535264"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6" name="Text Placeholder 3"/>
          <p:cNvSpPr>
            <a:spLocks noGrp="1"/>
          </p:cNvSpPr>
          <p:nvPr>
            <p:ph type="body" sz="quarter" idx="26"/>
          </p:nvPr>
        </p:nvSpPr>
        <p:spPr>
          <a:xfrm>
            <a:off x="24693562" y="9193316"/>
            <a:ext cx="7535264" cy="830975"/>
          </a:xfrm>
          <a:prstGeom prst="rect">
            <a:avLst/>
          </a:prstGeom>
        </p:spPr>
        <p:txBody>
          <a:bodyPr wrap="square" lIns="228589" tIns="228589" rIns="228589" bIns="228589">
            <a:spAutoFit/>
          </a:bodyPr>
          <a:lstStyle>
            <a:lvl1pPr marL="0" indent="0">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7" name="Text Placeholder 5"/>
          <p:cNvSpPr>
            <a:spLocks noGrp="1"/>
          </p:cNvSpPr>
          <p:nvPr>
            <p:ph type="body" sz="quarter" idx="27"/>
          </p:nvPr>
        </p:nvSpPr>
        <p:spPr>
          <a:xfrm>
            <a:off x="24689294" y="20080777"/>
            <a:ext cx="7535264"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8" name="Text Placeholder 3"/>
          <p:cNvSpPr>
            <a:spLocks noGrp="1"/>
          </p:cNvSpPr>
          <p:nvPr>
            <p:ph type="body" sz="quarter" idx="28"/>
          </p:nvPr>
        </p:nvSpPr>
        <p:spPr>
          <a:xfrm>
            <a:off x="24695451" y="21268893"/>
            <a:ext cx="7476225" cy="830975"/>
          </a:xfrm>
          <a:prstGeom prst="rect">
            <a:avLst/>
          </a:prstGeom>
        </p:spPr>
        <p:txBody>
          <a:bodyPr wrap="square" lIns="228589" tIns="228589" rIns="228589" bIns="228589">
            <a:spAutoFit/>
          </a:bodyPr>
          <a:lstStyle>
            <a:lvl1pPr marL="0" indent="0">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9" name="Text Placeholder 5"/>
          <p:cNvSpPr>
            <a:spLocks noGrp="1"/>
          </p:cNvSpPr>
          <p:nvPr>
            <p:ph type="body" sz="quarter" idx="29"/>
          </p:nvPr>
        </p:nvSpPr>
        <p:spPr>
          <a:xfrm>
            <a:off x="24693562" y="34395655"/>
            <a:ext cx="7535264"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30" name="Text Placeholder 3"/>
          <p:cNvSpPr>
            <a:spLocks noGrp="1"/>
          </p:cNvSpPr>
          <p:nvPr>
            <p:ph type="body" sz="quarter" idx="30"/>
          </p:nvPr>
        </p:nvSpPr>
        <p:spPr>
          <a:xfrm>
            <a:off x="24689788" y="35603779"/>
            <a:ext cx="7539038" cy="830975"/>
          </a:xfrm>
          <a:prstGeom prst="rect">
            <a:avLst/>
          </a:prstGeom>
        </p:spPr>
        <p:txBody>
          <a:bodyPr wrap="square" lIns="228589" tIns="228589" rIns="228589" bIns="228589">
            <a:spAutoFit/>
          </a:bodyPr>
          <a:lstStyle>
            <a:lvl1pPr marL="0" indent="0">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60" name="Text Placeholder 3"/>
          <p:cNvSpPr>
            <a:spLocks noGrp="1"/>
          </p:cNvSpPr>
          <p:nvPr>
            <p:ph type="body" sz="quarter" idx="96"/>
          </p:nvPr>
        </p:nvSpPr>
        <p:spPr>
          <a:xfrm>
            <a:off x="678141" y="21268893"/>
            <a:ext cx="7542610" cy="830975"/>
          </a:xfrm>
          <a:prstGeom prst="rect">
            <a:avLst/>
          </a:prstGeom>
        </p:spPr>
        <p:txBody>
          <a:bodyPr wrap="square" lIns="228589" tIns="228589" rIns="228589" bIns="228589">
            <a:spAutoFit/>
          </a:bodyPr>
          <a:lstStyle>
            <a:lvl1pPr marL="0" indent="0">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54" name="Picture Placeholder 13"/>
          <p:cNvSpPr>
            <a:spLocks noGrp="1"/>
          </p:cNvSpPr>
          <p:nvPr>
            <p:ph type="pic" sz="quarter" idx="152"/>
          </p:nvPr>
        </p:nvSpPr>
        <p:spPr>
          <a:xfrm>
            <a:off x="26972053"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a:t>Click icon to add picture</a:t>
            </a:r>
            <a:endParaRPr lang="en-US" noProof="0" dirty="0"/>
          </a:p>
        </p:txBody>
      </p:sp>
      <p:sp>
        <p:nvSpPr>
          <p:cNvPr id="55" name="Picture Placeholder 13"/>
          <p:cNvSpPr>
            <a:spLocks noGrp="1"/>
          </p:cNvSpPr>
          <p:nvPr>
            <p:ph type="pic" sz="quarter" idx="153"/>
          </p:nvPr>
        </p:nvSpPr>
        <p:spPr>
          <a:xfrm>
            <a:off x="9169828"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a:t>Click icon to add picture</a:t>
            </a:r>
            <a:endParaRPr lang="en-US" noProof="0" dirty="0"/>
          </a:p>
        </p:txBody>
      </p:sp>
      <p:sp>
        <p:nvSpPr>
          <p:cNvPr id="56" name="Picture Placeholder 13"/>
          <p:cNvSpPr>
            <a:spLocks noGrp="1"/>
          </p:cNvSpPr>
          <p:nvPr>
            <p:ph type="pic" sz="quarter" idx="154"/>
          </p:nvPr>
        </p:nvSpPr>
        <p:spPr>
          <a:xfrm>
            <a:off x="3235753"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a:t>Click icon to add picture</a:t>
            </a:r>
            <a:endParaRPr lang="en-US" noProof="0" dirty="0"/>
          </a:p>
        </p:txBody>
      </p:sp>
      <p:sp>
        <p:nvSpPr>
          <p:cNvPr id="57" name="Picture Placeholder 13"/>
          <p:cNvSpPr>
            <a:spLocks noGrp="1"/>
          </p:cNvSpPr>
          <p:nvPr>
            <p:ph type="pic" sz="quarter" idx="155"/>
          </p:nvPr>
        </p:nvSpPr>
        <p:spPr>
          <a:xfrm>
            <a:off x="21037978"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a:t>Click icon to add picture</a:t>
            </a:r>
            <a:endParaRPr lang="en-US" noProof="0" dirty="0"/>
          </a:p>
        </p:txBody>
      </p:sp>
      <p:sp>
        <p:nvSpPr>
          <p:cNvPr id="58" name="Picture Placeholder 13"/>
          <p:cNvSpPr>
            <a:spLocks noGrp="1"/>
          </p:cNvSpPr>
          <p:nvPr>
            <p:ph type="pic" sz="quarter" idx="156"/>
          </p:nvPr>
        </p:nvSpPr>
        <p:spPr>
          <a:xfrm>
            <a:off x="15103903"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a:t>Click icon to add picture</a:t>
            </a:r>
            <a:endParaRPr lang="en-US" noProof="0" dirty="0"/>
          </a:p>
        </p:txBody>
      </p:sp>
      <p:pic>
        <p:nvPicPr>
          <p:cNvPr id="31" name="Picture 7" descr="DOE_Office_Science_white.png">
            <a:extLst>
              <a:ext uri="{FF2B5EF4-FFF2-40B4-BE49-F238E27FC236}">
                <a16:creationId xmlns:a16="http://schemas.microsoft.com/office/drawing/2014/main" id="{90B4B1B6-EE0A-2B4A-939F-B9E481B3B603}"/>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r="6706"/>
          <a:stretch>
            <a:fillRect/>
          </a:stretch>
        </p:blipFill>
        <p:spPr bwMode="auto">
          <a:xfrm>
            <a:off x="691754" y="4748669"/>
            <a:ext cx="4019550" cy="1431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5" name="Title 1">
            <a:extLst>
              <a:ext uri="{FF2B5EF4-FFF2-40B4-BE49-F238E27FC236}">
                <a16:creationId xmlns:a16="http://schemas.microsoft.com/office/drawing/2014/main" id="{FDCE58A1-DE8F-134A-A29F-4E8D963BECC4}"/>
              </a:ext>
            </a:extLst>
          </p:cNvPr>
          <p:cNvSpPr>
            <a:spLocks noGrp="1"/>
          </p:cNvSpPr>
          <p:nvPr>
            <p:ph type="title"/>
          </p:nvPr>
        </p:nvSpPr>
        <p:spPr>
          <a:xfrm>
            <a:off x="5138738" y="766763"/>
            <a:ext cx="27111220" cy="1930400"/>
          </a:xfrm>
          <a:prstGeom prst="rect">
            <a:avLst/>
          </a:prstGeom>
        </p:spPr>
        <p:txBody>
          <a:bodyPr lIns="91436" tIns="45717" rIns="91436" bIns="45717" anchor="ctr" anchorCtr="0"/>
          <a:lstStyle>
            <a:lvl1pPr algn="l">
              <a:defRPr sz="6000" b="1">
                <a:solidFill>
                  <a:schemeClr val="bg1"/>
                </a:solidFill>
                <a:latin typeface="+mj-lt"/>
              </a:defRPr>
            </a:lvl1pPr>
          </a:lstStyle>
          <a:p>
            <a:r>
              <a:rPr lang="en-US"/>
              <a:t>Click to edit Master title style</a:t>
            </a:r>
            <a:endParaRPr lang="en-US" dirty="0"/>
          </a:p>
        </p:txBody>
      </p:sp>
      <p:sp>
        <p:nvSpPr>
          <p:cNvPr id="36" name="Text Placeholder 76">
            <a:extLst>
              <a:ext uri="{FF2B5EF4-FFF2-40B4-BE49-F238E27FC236}">
                <a16:creationId xmlns:a16="http://schemas.microsoft.com/office/drawing/2014/main" id="{5C9B36EC-11F0-304E-B3D2-44C2660AC7F7}"/>
              </a:ext>
            </a:extLst>
          </p:cNvPr>
          <p:cNvSpPr>
            <a:spLocks noGrp="1"/>
          </p:cNvSpPr>
          <p:nvPr>
            <p:ph type="body" sz="quarter" idx="150"/>
          </p:nvPr>
        </p:nvSpPr>
        <p:spPr>
          <a:xfrm>
            <a:off x="5138739" y="4454845"/>
            <a:ext cx="27111218" cy="1706880"/>
          </a:xfrm>
          <a:prstGeom prst="rect">
            <a:avLst/>
          </a:prstGeom>
        </p:spPr>
        <p:txBody>
          <a:bodyPr anchor="ctr"/>
          <a:lstStyle>
            <a:lvl1pPr algn="l">
              <a:buFontTx/>
              <a:buNone/>
              <a:defRPr sz="36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a:t>Click to edit Master text styles</a:t>
            </a:r>
          </a:p>
        </p:txBody>
      </p:sp>
      <p:sp>
        <p:nvSpPr>
          <p:cNvPr id="37" name="Text Placeholder 76">
            <a:extLst>
              <a:ext uri="{FF2B5EF4-FFF2-40B4-BE49-F238E27FC236}">
                <a16:creationId xmlns:a16="http://schemas.microsoft.com/office/drawing/2014/main" id="{26463ECE-D6F7-A045-8217-6E811C58AF1D}"/>
              </a:ext>
            </a:extLst>
          </p:cNvPr>
          <p:cNvSpPr>
            <a:spLocks noGrp="1"/>
          </p:cNvSpPr>
          <p:nvPr>
            <p:ph type="body" sz="quarter" idx="151"/>
          </p:nvPr>
        </p:nvSpPr>
        <p:spPr>
          <a:xfrm>
            <a:off x="5138738" y="2747965"/>
            <a:ext cx="27111219" cy="1706880"/>
          </a:xfrm>
          <a:prstGeom prst="rect">
            <a:avLst/>
          </a:prstGeom>
        </p:spPr>
        <p:txBody>
          <a:bodyPr anchor="ctr"/>
          <a:lstStyle>
            <a:lvl1pPr algn="l">
              <a:buFontTx/>
              <a:buNone/>
              <a:defRPr sz="4800">
                <a:solidFill>
                  <a:schemeClr val="bg1"/>
                </a:solidFill>
              </a:defRPr>
            </a:lvl1pPr>
            <a:lvl2pPr>
              <a:buFontTx/>
              <a:buNone/>
              <a:defRPr sz="7200"/>
            </a:lvl2pPr>
            <a:lvl3pPr>
              <a:buFontTx/>
              <a:buNone/>
              <a:defRPr sz="7200"/>
            </a:lvl3pPr>
            <a:lvl4pPr>
              <a:buFontTx/>
              <a:buNone/>
              <a:defRPr sz="7200"/>
            </a:lvl4pPr>
            <a:lvl5pPr>
              <a:buFontTx/>
              <a:buNone/>
              <a:defRPr sz="7200"/>
            </a:lvl5pPr>
          </a:lstStyle>
          <a:p>
            <a:pPr lvl="0"/>
            <a:r>
              <a:rPr lang="en-US"/>
              <a:t>Click to edit Master text styles</a:t>
            </a:r>
          </a:p>
        </p:txBody>
      </p:sp>
    </p:spTree>
    <p:extLst>
      <p:ext uri="{BB962C8B-B14F-4D97-AF65-F5344CB8AC3E}">
        <p14:creationId xmlns:p14="http://schemas.microsoft.com/office/powerpoint/2010/main" val="3771525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0ED1C-9B45-1CF2-3273-38D5EE8E47AF}"/>
              </a:ext>
            </a:extLst>
          </p:cNvPr>
          <p:cNvSpPr>
            <a:spLocks noGrp="1"/>
          </p:cNvSpPr>
          <p:nvPr>
            <p:ph type="title"/>
          </p:nvPr>
        </p:nvSpPr>
        <p:spPr>
          <a:xfrm>
            <a:off x="-1355725" y="1574800"/>
            <a:ext cx="28390850" cy="84836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427372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BNL Wide-Center Teal V Poster ">
    <p:spTree>
      <p:nvGrpSpPr>
        <p:cNvPr id="1" name=""/>
        <p:cNvGrpSpPr/>
        <p:nvPr/>
      </p:nvGrpSpPr>
      <p:grpSpPr>
        <a:xfrm>
          <a:off x="0" y="0"/>
          <a:ext cx="0" cy="0"/>
          <a:chOff x="0" y="0"/>
          <a:chExt cx="0" cy="0"/>
        </a:xfrm>
      </p:grpSpPr>
      <p:sp>
        <p:nvSpPr>
          <p:cNvPr id="7" name="Picture Placeholder 13"/>
          <p:cNvSpPr>
            <a:spLocks noGrp="1"/>
          </p:cNvSpPr>
          <p:nvPr>
            <p:ph type="pic" sz="quarter" idx="152"/>
          </p:nvPr>
        </p:nvSpPr>
        <p:spPr>
          <a:xfrm>
            <a:off x="26972053"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dirty="0"/>
              <a:t>Click icon to add picture</a:t>
            </a:r>
          </a:p>
        </p:txBody>
      </p:sp>
      <p:sp>
        <p:nvSpPr>
          <p:cNvPr id="8" name="Picture Placeholder 13"/>
          <p:cNvSpPr>
            <a:spLocks noGrp="1"/>
          </p:cNvSpPr>
          <p:nvPr>
            <p:ph type="pic" sz="quarter" idx="153"/>
          </p:nvPr>
        </p:nvSpPr>
        <p:spPr>
          <a:xfrm>
            <a:off x="9169828"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dirty="0"/>
              <a:t>Click icon to add picture</a:t>
            </a:r>
          </a:p>
        </p:txBody>
      </p:sp>
      <p:sp>
        <p:nvSpPr>
          <p:cNvPr id="9" name="Picture Placeholder 13"/>
          <p:cNvSpPr>
            <a:spLocks noGrp="1"/>
          </p:cNvSpPr>
          <p:nvPr>
            <p:ph type="pic" sz="quarter" idx="154"/>
          </p:nvPr>
        </p:nvSpPr>
        <p:spPr>
          <a:xfrm>
            <a:off x="3235753"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dirty="0"/>
              <a:t>Click icon to add picture</a:t>
            </a:r>
          </a:p>
        </p:txBody>
      </p:sp>
      <p:sp>
        <p:nvSpPr>
          <p:cNvPr id="10" name="Picture Placeholder 13"/>
          <p:cNvSpPr>
            <a:spLocks noGrp="1"/>
          </p:cNvSpPr>
          <p:nvPr>
            <p:ph type="pic" sz="quarter" idx="155"/>
          </p:nvPr>
        </p:nvSpPr>
        <p:spPr>
          <a:xfrm>
            <a:off x="21037978"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dirty="0"/>
              <a:t>Click icon to add picture</a:t>
            </a:r>
          </a:p>
        </p:txBody>
      </p:sp>
      <p:sp>
        <p:nvSpPr>
          <p:cNvPr id="11" name="Picture Placeholder 13"/>
          <p:cNvSpPr>
            <a:spLocks noGrp="1"/>
          </p:cNvSpPr>
          <p:nvPr>
            <p:ph type="pic" sz="quarter" idx="156"/>
          </p:nvPr>
        </p:nvSpPr>
        <p:spPr>
          <a:xfrm>
            <a:off x="15103903"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dirty="0"/>
              <a:t>Click icon to add picture</a:t>
            </a:r>
          </a:p>
        </p:txBody>
      </p:sp>
      <p:sp>
        <p:nvSpPr>
          <p:cNvPr id="12" name="Text Placeholder 3"/>
          <p:cNvSpPr>
            <a:spLocks noGrp="1"/>
          </p:cNvSpPr>
          <p:nvPr>
            <p:ph type="body" sz="quarter" idx="10"/>
          </p:nvPr>
        </p:nvSpPr>
        <p:spPr>
          <a:xfrm>
            <a:off x="695074" y="9270395"/>
            <a:ext cx="7542610"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13" name="Text Placeholder 5"/>
          <p:cNvSpPr>
            <a:spLocks noGrp="1"/>
          </p:cNvSpPr>
          <p:nvPr>
            <p:ph type="body" sz="quarter" idx="11"/>
          </p:nvPr>
        </p:nvSpPr>
        <p:spPr>
          <a:xfrm>
            <a:off x="691756" y="8009721"/>
            <a:ext cx="7536656" cy="938719"/>
          </a:xfrm>
          <a:prstGeom prst="rect">
            <a:avLst/>
          </a:prstGeom>
          <a:solidFill>
            <a:schemeClr val="accent1"/>
          </a:solidFill>
        </p:spPr>
        <p:txBody>
          <a:bodyPr lIns="182880" tIns="182880" rIns="182880" bIns="182880" anchor="ctr" anchorCtr="0">
            <a:spAutoFit/>
          </a:bodyPr>
          <a:lstStyle>
            <a:lvl1pPr algn="ctr">
              <a:buNone/>
              <a:defRPr sz="3700" b="1" baseline="0">
                <a:solidFill>
                  <a:schemeClr val="bg1"/>
                </a:solidFill>
              </a:defRPr>
            </a:lvl1pPr>
          </a:lstStyle>
          <a:p>
            <a:pPr lvl="0"/>
            <a:r>
              <a:rPr lang="en-US" dirty="0"/>
              <a:t>Click to edit Master text styles</a:t>
            </a:r>
          </a:p>
        </p:txBody>
      </p:sp>
      <p:sp>
        <p:nvSpPr>
          <p:cNvPr id="14" name="Text Placeholder 3"/>
          <p:cNvSpPr>
            <a:spLocks noGrp="1"/>
          </p:cNvSpPr>
          <p:nvPr>
            <p:ph type="body" sz="quarter" idx="19"/>
          </p:nvPr>
        </p:nvSpPr>
        <p:spPr>
          <a:xfrm>
            <a:off x="676949" y="20640399"/>
            <a:ext cx="7543800"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Click to edit Master text styles</a:t>
            </a:r>
          </a:p>
        </p:txBody>
      </p:sp>
      <p:sp>
        <p:nvSpPr>
          <p:cNvPr id="15" name="Text Placeholder 5"/>
          <p:cNvSpPr>
            <a:spLocks noGrp="1"/>
          </p:cNvSpPr>
          <p:nvPr>
            <p:ph type="body" sz="quarter" idx="20"/>
          </p:nvPr>
        </p:nvSpPr>
        <p:spPr>
          <a:xfrm>
            <a:off x="691754" y="19363031"/>
            <a:ext cx="7537847"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16" name="Text Placeholder 3"/>
          <p:cNvSpPr>
            <a:spLocks noGrp="1"/>
          </p:cNvSpPr>
          <p:nvPr>
            <p:ph type="body" sz="quarter" idx="21"/>
          </p:nvPr>
        </p:nvSpPr>
        <p:spPr>
          <a:xfrm>
            <a:off x="8730592" y="9270395"/>
            <a:ext cx="15426927"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endParaRPr lang="en-US" dirty="0"/>
          </a:p>
        </p:txBody>
      </p:sp>
      <p:sp>
        <p:nvSpPr>
          <p:cNvPr id="17" name="Text Placeholder 5"/>
          <p:cNvSpPr>
            <a:spLocks noGrp="1"/>
          </p:cNvSpPr>
          <p:nvPr>
            <p:ph type="body" sz="quarter" idx="22"/>
          </p:nvPr>
        </p:nvSpPr>
        <p:spPr>
          <a:xfrm>
            <a:off x="8713657" y="8009721"/>
            <a:ext cx="15424281"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18" name="Text Placeholder 3"/>
          <p:cNvSpPr>
            <a:spLocks noGrp="1"/>
          </p:cNvSpPr>
          <p:nvPr>
            <p:ph type="body" sz="quarter" idx="23"/>
          </p:nvPr>
        </p:nvSpPr>
        <p:spPr>
          <a:xfrm>
            <a:off x="8747523" y="20640399"/>
            <a:ext cx="15393061"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19" name="Text Placeholder 5"/>
          <p:cNvSpPr>
            <a:spLocks noGrp="1"/>
          </p:cNvSpPr>
          <p:nvPr>
            <p:ph type="body" sz="quarter" idx="24"/>
          </p:nvPr>
        </p:nvSpPr>
        <p:spPr>
          <a:xfrm>
            <a:off x="8730591" y="19363531"/>
            <a:ext cx="15426928" cy="9382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0" name="Text Placeholder 5"/>
          <p:cNvSpPr>
            <a:spLocks noGrp="1"/>
          </p:cNvSpPr>
          <p:nvPr>
            <p:ph type="body" sz="quarter" idx="25"/>
          </p:nvPr>
        </p:nvSpPr>
        <p:spPr>
          <a:xfrm>
            <a:off x="8713657" y="31496867"/>
            <a:ext cx="15426927"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1" name="Text Placeholder 3"/>
          <p:cNvSpPr>
            <a:spLocks noGrp="1"/>
          </p:cNvSpPr>
          <p:nvPr>
            <p:ph type="body" sz="quarter" idx="26"/>
          </p:nvPr>
        </p:nvSpPr>
        <p:spPr>
          <a:xfrm>
            <a:off x="8730590" y="32803874"/>
            <a:ext cx="15426927"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2" name="Text Placeholder 5"/>
          <p:cNvSpPr>
            <a:spLocks noGrp="1"/>
          </p:cNvSpPr>
          <p:nvPr>
            <p:ph type="body" sz="quarter" idx="27"/>
          </p:nvPr>
        </p:nvSpPr>
        <p:spPr>
          <a:xfrm>
            <a:off x="24689294" y="8009721"/>
            <a:ext cx="7535264"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3" name="Text Placeholder 3"/>
          <p:cNvSpPr>
            <a:spLocks noGrp="1"/>
          </p:cNvSpPr>
          <p:nvPr>
            <p:ph type="body" sz="quarter" idx="28"/>
          </p:nvPr>
        </p:nvSpPr>
        <p:spPr>
          <a:xfrm>
            <a:off x="24704572" y="9270395"/>
            <a:ext cx="7543903"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4" name="Text Placeholder 5"/>
          <p:cNvSpPr>
            <a:spLocks noGrp="1"/>
          </p:cNvSpPr>
          <p:nvPr>
            <p:ph type="body" sz="quarter" idx="29"/>
          </p:nvPr>
        </p:nvSpPr>
        <p:spPr>
          <a:xfrm>
            <a:off x="24693562" y="31496867"/>
            <a:ext cx="7535264"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5" name="Text Placeholder 3"/>
          <p:cNvSpPr>
            <a:spLocks noGrp="1"/>
          </p:cNvSpPr>
          <p:nvPr>
            <p:ph type="body" sz="quarter" idx="30"/>
          </p:nvPr>
        </p:nvSpPr>
        <p:spPr>
          <a:xfrm>
            <a:off x="24693563" y="32803874"/>
            <a:ext cx="7539038"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6" name="Text Placeholder 5"/>
          <p:cNvSpPr>
            <a:spLocks noGrp="1"/>
          </p:cNvSpPr>
          <p:nvPr>
            <p:ph type="body" sz="quarter" idx="157"/>
          </p:nvPr>
        </p:nvSpPr>
        <p:spPr>
          <a:xfrm>
            <a:off x="24693562" y="19363531"/>
            <a:ext cx="7535264"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7" name="Text Placeholder 3"/>
          <p:cNvSpPr>
            <a:spLocks noGrp="1"/>
          </p:cNvSpPr>
          <p:nvPr>
            <p:ph type="body" sz="quarter" idx="158"/>
          </p:nvPr>
        </p:nvSpPr>
        <p:spPr>
          <a:xfrm>
            <a:off x="24693563" y="20683711"/>
            <a:ext cx="7539038"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pic>
        <p:nvPicPr>
          <p:cNvPr id="30" name="Picture 7" descr="DOE_Office_Science_white.png">
            <a:extLst>
              <a:ext uri="{FF2B5EF4-FFF2-40B4-BE49-F238E27FC236}">
                <a16:creationId xmlns:a16="http://schemas.microsoft.com/office/drawing/2014/main" id="{673D2F0C-F6F5-6248-BDB0-9E97955C1A01}"/>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r="6706"/>
          <a:stretch>
            <a:fillRect/>
          </a:stretch>
        </p:blipFill>
        <p:spPr bwMode="auto">
          <a:xfrm>
            <a:off x="691754" y="4748669"/>
            <a:ext cx="4019550" cy="1431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8" name="Title 1">
            <a:extLst>
              <a:ext uri="{FF2B5EF4-FFF2-40B4-BE49-F238E27FC236}">
                <a16:creationId xmlns:a16="http://schemas.microsoft.com/office/drawing/2014/main" id="{AF769A21-1E1B-5D41-9374-BC9F764E393A}"/>
              </a:ext>
            </a:extLst>
          </p:cNvPr>
          <p:cNvSpPr>
            <a:spLocks noGrp="1"/>
          </p:cNvSpPr>
          <p:nvPr>
            <p:ph type="title"/>
          </p:nvPr>
        </p:nvSpPr>
        <p:spPr>
          <a:xfrm>
            <a:off x="5138738" y="766763"/>
            <a:ext cx="27111220" cy="1930400"/>
          </a:xfrm>
          <a:prstGeom prst="rect">
            <a:avLst/>
          </a:prstGeom>
        </p:spPr>
        <p:txBody>
          <a:bodyPr lIns="91436" tIns="45717" rIns="91436" bIns="45717" anchor="ctr" anchorCtr="0"/>
          <a:lstStyle>
            <a:lvl1pPr algn="l">
              <a:defRPr sz="6000" b="1">
                <a:solidFill>
                  <a:schemeClr val="bg1"/>
                </a:solidFill>
                <a:latin typeface="+mj-lt"/>
              </a:defRPr>
            </a:lvl1pPr>
          </a:lstStyle>
          <a:p>
            <a:r>
              <a:rPr lang="en-US" dirty="0"/>
              <a:t>Click to edit Master title style</a:t>
            </a:r>
          </a:p>
        </p:txBody>
      </p:sp>
      <p:sp>
        <p:nvSpPr>
          <p:cNvPr id="29" name="Text Placeholder 76">
            <a:extLst>
              <a:ext uri="{FF2B5EF4-FFF2-40B4-BE49-F238E27FC236}">
                <a16:creationId xmlns:a16="http://schemas.microsoft.com/office/drawing/2014/main" id="{A862EA06-82BC-F041-A292-2A7AD8949C57}"/>
              </a:ext>
            </a:extLst>
          </p:cNvPr>
          <p:cNvSpPr>
            <a:spLocks noGrp="1"/>
          </p:cNvSpPr>
          <p:nvPr>
            <p:ph type="body" sz="quarter" idx="150"/>
          </p:nvPr>
        </p:nvSpPr>
        <p:spPr>
          <a:xfrm>
            <a:off x="5138739" y="4454845"/>
            <a:ext cx="27111218" cy="1706880"/>
          </a:xfrm>
          <a:prstGeom prst="rect">
            <a:avLst/>
          </a:prstGeom>
        </p:spPr>
        <p:txBody>
          <a:bodyPr anchor="ctr"/>
          <a:lstStyle>
            <a:lvl1pPr algn="l">
              <a:buFontTx/>
              <a:buNone/>
              <a:defRPr sz="36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to edit Master text styles</a:t>
            </a:r>
          </a:p>
        </p:txBody>
      </p:sp>
      <p:sp>
        <p:nvSpPr>
          <p:cNvPr id="31" name="Text Placeholder 76">
            <a:extLst>
              <a:ext uri="{FF2B5EF4-FFF2-40B4-BE49-F238E27FC236}">
                <a16:creationId xmlns:a16="http://schemas.microsoft.com/office/drawing/2014/main" id="{DEC750F6-9F0B-DD42-A794-C0A74EA3561F}"/>
              </a:ext>
            </a:extLst>
          </p:cNvPr>
          <p:cNvSpPr>
            <a:spLocks noGrp="1"/>
          </p:cNvSpPr>
          <p:nvPr>
            <p:ph type="body" sz="quarter" idx="151"/>
          </p:nvPr>
        </p:nvSpPr>
        <p:spPr>
          <a:xfrm>
            <a:off x="5138738" y="2747965"/>
            <a:ext cx="27111219" cy="1706880"/>
          </a:xfrm>
          <a:prstGeom prst="rect">
            <a:avLst/>
          </a:prstGeom>
        </p:spPr>
        <p:txBody>
          <a:bodyPr anchor="ctr"/>
          <a:lstStyle>
            <a:lvl1pPr algn="l">
              <a:buFontTx/>
              <a:buNone/>
              <a:defRPr sz="4800">
                <a:solidFill>
                  <a:schemeClr val="bg1"/>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to edit Master text styles</a:t>
            </a:r>
          </a:p>
        </p:txBody>
      </p:sp>
    </p:spTree>
    <p:extLst>
      <p:ext uri="{BB962C8B-B14F-4D97-AF65-F5344CB8AC3E}">
        <p14:creationId xmlns:p14="http://schemas.microsoft.com/office/powerpoint/2010/main" val="4069707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BNL Right-Highlight Teal V Poster">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678141" y="9236528"/>
            <a:ext cx="7542610"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Click to edit Master text styles</a:t>
            </a:r>
          </a:p>
        </p:txBody>
      </p:sp>
      <p:sp>
        <p:nvSpPr>
          <p:cNvPr id="6" name="Text Placeholder 5"/>
          <p:cNvSpPr>
            <a:spLocks noGrp="1"/>
          </p:cNvSpPr>
          <p:nvPr>
            <p:ph type="body" sz="quarter" idx="11"/>
          </p:nvPr>
        </p:nvSpPr>
        <p:spPr>
          <a:xfrm>
            <a:off x="691756" y="8009720"/>
            <a:ext cx="7536656" cy="938719"/>
          </a:xfrm>
          <a:prstGeom prst="rect">
            <a:avLst/>
          </a:prstGeom>
          <a:solidFill>
            <a:schemeClr val="accent1"/>
          </a:solidFill>
        </p:spPr>
        <p:txBody>
          <a:bodyPr lIns="182880" tIns="182880" rIns="182880" bIns="182880" anchor="ctr" anchorCtr="0">
            <a:spAutoFit/>
          </a:bodyPr>
          <a:lstStyle>
            <a:lvl1pPr algn="ctr">
              <a:buNone/>
              <a:defRPr sz="3700" b="1" baseline="0">
                <a:solidFill>
                  <a:schemeClr val="bg1"/>
                </a:solidFill>
              </a:defRPr>
            </a:lvl1pPr>
          </a:lstStyle>
          <a:p>
            <a:pPr lvl="0"/>
            <a:r>
              <a:rPr lang="en-US" dirty="0"/>
              <a:t>Click to edit Master text styles</a:t>
            </a:r>
          </a:p>
        </p:txBody>
      </p:sp>
      <p:sp>
        <p:nvSpPr>
          <p:cNvPr id="19" name="Text Placeholder 3"/>
          <p:cNvSpPr>
            <a:spLocks noGrp="1"/>
          </p:cNvSpPr>
          <p:nvPr>
            <p:ph type="body" sz="quarter" idx="19"/>
          </p:nvPr>
        </p:nvSpPr>
        <p:spPr>
          <a:xfrm>
            <a:off x="676949" y="20647923"/>
            <a:ext cx="7543800"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0" name="Text Placeholder 5"/>
          <p:cNvSpPr>
            <a:spLocks noGrp="1"/>
          </p:cNvSpPr>
          <p:nvPr>
            <p:ph type="body" sz="quarter" idx="20"/>
          </p:nvPr>
        </p:nvSpPr>
        <p:spPr>
          <a:xfrm>
            <a:off x="691754" y="19363031"/>
            <a:ext cx="7537847"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1" name="Text Placeholder 3"/>
          <p:cNvSpPr>
            <a:spLocks noGrp="1"/>
          </p:cNvSpPr>
          <p:nvPr>
            <p:ph type="body" sz="quarter" idx="21"/>
          </p:nvPr>
        </p:nvSpPr>
        <p:spPr>
          <a:xfrm>
            <a:off x="8747525" y="9236528"/>
            <a:ext cx="15426927"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2" name="Text Placeholder 5"/>
          <p:cNvSpPr>
            <a:spLocks noGrp="1"/>
          </p:cNvSpPr>
          <p:nvPr>
            <p:ph type="body" sz="quarter" idx="22"/>
          </p:nvPr>
        </p:nvSpPr>
        <p:spPr>
          <a:xfrm>
            <a:off x="8747523" y="8009720"/>
            <a:ext cx="15426930"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3" name="Text Placeholder 3"/>
          <p:cNvSpPr>
            <a:spLocks noGrp="1"/>
          </p:cNvSpPr>
          <p:nvPr>
            <p:ph type="body" sz="quarter" idx="23"/>
          </p:nvPr>
        </p:nvSpPr>
        <p:spPr>
          <a:xfrm>
            <a:off x="8747523" y="20647923"/>
            <a:ext cx="15426927"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4" name="Text Placeholder 5"/>
          <p:cNvSpPr>
            <a:spLocks noGrp="1"/>
          </p:cNvSpPr>
          <p:nvPr>
            <p:ph type="body" sz="quarter" idx="24"/>
          </p:nvPr>
        </p:nvSpPr>
        <p:spPr>
          <a:xfrm>
            <a:off x="8747524" y="19363031"/>
            <a:ext cx="15426930"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5"/>
          </p:nvPr>
        </p:nvSpPr>
        <p:spPr>
          <a:xfrm>
            <a:off x="8747523" y="31496867"/>
            <a:ext cx="15426927"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6" name="Text Placeholder 3"/>
          <p:cNvSpPr>
            <a:spLocks noGrp="1"/>
          </p:cNvSpPr>
          <p:nvPr>
            <p:ph type="body" sz="quarter" idx="26"/>
          </p:nvPr>
        </p:nvSpPr>
        <p:spPr>
          <a:xfrm>
            <a:off x="8747523" y="32709800"/>
            <a:ext cx="15426927"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7" name="Text Placeholder 5"/>
          <p:cNvSpPr>
            <a:spLocks noGrp="1"/>
          </p:cNvSpPr>
          <p:nvPr>
            <p:ph type="body" sz="quarter" idx="27"/>
          </p:nvPr>
        </p:nvSpPr>
        <p:spPr>
          <a:xfrm>
            <a:off x="24689294" y="8009720"/>
            <a:ext cx="7535264"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28" name="Text Placeholder 3"/>
          <p:cNvSpPr>
            <a:spLocks noGrp="1"/>
          </p:cNvSpPr>
          <p:nvPr>
            <p:ph type="body" sz="quarter" idx="28"/>
          </p:nvPr>
        </p:nvSpPr>
        <p:spPr>
          <a:xfrm>
            <a:off x="24704572" y="9236528"/>
            <a:ext cx="7473311"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29" name="Text Placeholder 5"/>
          <p:cNvSpPr>
            <a:spLocks noGrp="1"/>
          </p:cNvSpPr>
          <p:nvPr>
            <p:ph type="body" sz="quarter" idx="29"/>
          </p:nvPr>
        </p:nvSpPr>
        <p:spPr>
          <a:xfrm>
            <a:off x="24693562" y="31496867"/>
            <a:ext cx="7535264"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30" name="Text Placeholder 3"/>
          <p:cNvSpPr>
            <a:spLocks noGrp="1"/>
          </p:cNvSpPr>
          <p:nvPr>
            <p:ph type="body" sz="quarter" idx="30"/>
          </p:nvPr>
        </p:nvSpPr>
        <p:spPr>
          <a:xfrm>
            <a:off x="24693563" y="32709800"/>
            <a:ext cx="7539038"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sp>
        <p:nvSpPr>
          <p:cNvPr id="52" name="Picture Placeholder 13"/>
          <p:cNvSpPr>
            <a:spLocks noGrp="1"/>
          </p:cNvSpPr>
          <p:nvPr>
            <p:ph type="pic" sz="quarter" idx="152"/>
          </p:nvPr>
        </p:nvSpPr>
        <p:spPr>
          <a:xfrm>
            <a:off x="26972053"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dirty="0"/>
              <a:t>Click icon to add picture</a:t>
            </a:r>
          </a:p>
        </p:txBody>
      </p:sp>
      <p:sp>
        <p:nvSpPr>
          <p:cNvPr id="53" name="Picture Placeholder 13"/>
          <p:cNvSpPr>
            <a:spLocks noGrp="1"/>
          </p:cNvSpPr>
          <p:nvPr>
            <p:ph type="pic" sz="quarter" idx="153"/>
          </p:nvPr>
        </p:nvSpPr>
        <p:spPr>
          <a:xfrm>
            <a:off x="9169828"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dirty="0"/>
              <a:t>Click icon to add picture</a:t>
            </a:r>
          </a:p>
        </p:txBody>
      </p:sp>
      <p:sp>
        <p:nvSpPr>
          <p:cNvPr id="54" name="Picture Placeholder 13"/>
          <p:cNvSpPr>
            <a:spLocks noGrp="1"/>
          </p:cNvSpPr>
          <p:nvPr>
            <p:ph type="pic" sz="quarter" idx="154"/>
          </p:nvPr>
        </p:nvSpPr>
        <p:spPr>
          <a:xfrm>
            <a:off x="3235753"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dirty="0"/>
              <a:t>Click icon to add picture</a:t>
            </a:r>
          </a:p>
        </p:txBody>
      </p:sp>
      <p:sp>
        <p:nvSpPr>
          <p:cNvPr id="55" name="Picture Placeholder 13"/>
          <p:cNvSpPr>
            <a:spLocks noGrp="1"/>
          </p:cNvSpPr>
          <p:nvPr>
            <p:ph type="pic" sz="quarter" idx="155"/>
          </p:nvPr>
        </p:nvSpPr>
        <p:spPr>
          <a:xfrm>
            <a:off x="21037978"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dirty="0"/>
              <a:t>Click icon to add picture</a:t>
            </a:r>
          </a:p>
        </p:txBody>
      </p:sp>
      <p:sp>
        <p:nvSpPr>
          <p:cNvPr id="56" name="Picture Placeholder 13"/>
          <p:cNvSpPr>
            <a:spLocks noGrp="1"/>
          </p:cNvSpPr>
          <p:nvPr>
            <p:ph type="pic" sz="quarter" idx="156"/>
          </p:nvPr>
        </p:nvSpPr>
        <p:spPr>
          <a:xfrm>
            <a:off x="15103903" y="40360604"/>
            <a:ext cx="2400300" cy="3048000"/>
          </a:xfrm>
          <a:prstGeom prst="rect">
            <a:avLst/>
          </a:prstGeom>
          <a:noFill/>
          <a:ln>
            <a:noFill/>
          </a:ln>
          <a:effectLst/>
        </p:spPr>
        <p:txBody>
          <a:bodyPr lIns="91436" tIns="45717" rIns="91436" bIns="45717" anchor="ctr"/>
          <a:lstStyle>
            <a:lvl1pPr marL="0" indent="0" algn="ctr">
              <a:buNone/>
              <a:defRPr sz="4000" b="0" baseline="0">
                <a:solidFill>
                  <a:schemeClr val="tx2"/>
                </a:solidFill>
              </a:defRPr>
            </a:lvl1pPr>
          </a:lstStyle>
          <a:p>
            <a:pPr lvl="0"/>
            <a:r>
              <a:rPr lang="en-US" noProof="0" dirty="0"/>
              <a:t>Click icon to add picture</a:t>
            </a:r>
          </a:p>
        </p:txBody>
      </p:sp>
      <p:sp>
        <p:nvSpPr>
          <p:cNvPr id="57" name="Text Placeholder 5"/>
          <p:cNvSpPr>
            <a:spLocks noGrp="1"/>
          </p:cNvSpPr>
          <p:nvPr>
            <p:ph type="body" sz="quarter" idx="157"/>
          </p:nvPr>
        </p:nvSpPr>
        <p:spPr>
          <a:xfrm>
            <a:off x="24693562" y="19363031"/>
            <a:ext cx="7535264" cy="938719"/>
          </a:xfrm>
          <a:prstGeom prst="rect">
            <a:avLst/>
          </a:prstGeom>
          <a:solidFill>
            <a:schemeClr val="accent1"/>
          </a:solidFill>
        </p:spPr>
        <p:txBody>
          <a:bodyPr wrap="square" lIns="182880" tIns="182880" rIns="182880" bIns="182880" anchor="ctr" anchorCtr="0">
            <a:spAutoFit/>
          </a:bodyPr>
          <a:lstStyle>
            <a:lvl1pPr algn="ctr">
              <a:buNone/>
              <a:defRPr sz="3700" b="1" baseline="0">
                <a:solidFill>
                  <a:schemeClr val="bg1"/>
                </a:solidFill>
              </a:defRPr>
            </a:lvl1pPr>
          </a:lstStyle>
          <a:p>
            <a:pPr lvl="0"/>
            <a:r>
              <a:rPr lang="en-US"/>
              <a:t>Click to edit Master text styles</a:t>
            </a:r>
          </a:p>
        </p:txBody>
      </p:sp>
      <p:sp>
        <p:nvSpPr>
          <p:cNvPr id="71" name="Text Placeholder 3"/>
          <p:cNvSpPr>
            <a:spLocks noGrp="1"/>
          </p:cNvSpPr>
          <p:nvPr>
            <p:ph type="body" sz="quarter" idx="158"/>
          </p:nvPr>
        </p:nvSpPr>
        <p:spPr>
          <a:xfrm>
            <a:off x="24693563" y="20647923"/>
            <a:ext cx="7539038" cy="830975"/>
          </a:xfrm>
          <a:prstGeom prst="rect">
            <a:avLst/>
          </a:prstGeom>
        </p:spPr>
        <p:txBody>
          <a:bodyPr wrap="square" lIns="228589" tIns="228589" rIns="228589" bIns="228589">
            <a:spAutoFit/>
          </a:bodyPr>
          <a:lstStyle>
            <a:lvl1pPr marL="342883" indent="-342883">
              <a:buNone/>
              <a:defRPr sz="2400">
                <a:solidFill>
                  <a:srgbClr val="00313C"/>
                </a:solidFill>
                <a:latin typeface="+mn-lt"/>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a:t>Click to edit Master text styles</a:t>
            </a:r>
          </a:p>
        </p:txBody>
      </p:sp>
      <p:pic>
        <p:nvPicPr>
          <p:cNvPr id="34" name="Picture 7" descr="DOE_Office_Science_white.png">
            <a:extLst>
              <a:ext uri="{FF2B5EF4-FFF2-40B4-BE49-F238E27FC236}">
                <a16:creationId xmlns:a16="http://schemas.microsoft.com/office/drawing/2014/main" id="{8E7CA4AE-1215-A941-94DA-37CB0B575BCE}"/>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r="6706"/>
          <a:stretch>
            <a:fillRect/>
          </a:stretch>
        </p:blipFill>
        <p:spPr bwMode="auto">
          <a:xfrm>
            <a:off x="691754" y="4748669"/>
            <a:ext cx="4019550" cy="1431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5" name="Title 1">
            <a:extLst>
              <a:ext uri="{FF2B5EF4-FFF2-40B4-BE49-F238E27FC236}">
                <a16:creationId xmlns:a16="http://schemas.microsoft.com/office/drawing/2014/main" id="{BC12735E-AB4B-C448-ADA9-B1AFB45663FB}"/>
              </a:ext>
            </a:extLst>
          </p:cNvPr>
          <p:cNvSpPr>
            <a:spLocks noGrp="1"/>
          </p:cNvSpPr>
          <p:nvPr>
            <p:ph type="title"/>
          </p:nvPr>
        </p:nvSpPr>
        <p:spPr>
          <a:xfrm>
            <a:off x="5138738" y="766763"/>
            <a:ext cx="27111220" cy="1930400"/>
          </a:xfrm>
          <a:prstGeom prst="rect">
            <a:avLst/>
          </a:prstGeom>
        </p:spPr>
        <p:txBody>
          <a:bodyPr lIns="91436" tIns="45717" rIns="91436" bIns="45717" anchor="ctr" anchorCtr="0"/>
          <a:lstStyle>
            <a:lvl1pPr algn="l">
              <a:defRPr sz="6000" b="1">
                <a:solidFill>
                  <a:schemeClr val="bg1"/>
                </a:solidFill>
                <a:latin typeface="+mj-lt"/>
              </a:defRPr>
            </a:lvl1pPr>
          </a:lstStyle>
          <a:p>
            <a:r>
              <a:rPr lang="en-US" dirty="0"/>
              <a:t>Click to edit Master title style</a:t>
            </a:r>
          </a:p>
        </p:txBody>
      </p:sp>
      <p:sp>
        <p:nvSpPr>
          <p:cNvPr id="36" name="Text Placeholder 76">
            <a:extLst>
              <a:ext uri="{FF2B5EF4-FFF2-40B4-BE49-F238E27FC236}">
                <a16:creationId xmlns:a16="http://schemas.microsoft.com/office/drawing/2014/main" id="{9367639A-84EA-C14F-B4EE-EBE6F9B956CB}"/>
              </a:ext>
            </a:extLst>
          </p:cNvPr>
          <p:cNvSpPr>
            <a:spLocks noGrp="1"/>
          </p:cNvSpPr>
          <p:nvPr>
            <p:ph type="body" sz="quarter" idx="150"/>
          </p:nvPr>
        </p:nvSpPr>
        <p:spPr>
          <a:xfrm>
            <a:off x="5138739" y="4454845"/>
            <a:ext cx="27111218" cy="1706880"/>
          </a:xfrm>
          <a:prstGeom prst="rect">
            <a:avLst/>
          </a:prstGeom>
        </p:spPr>
        <p:txBody>
          <a:bodyPr anchor="ctr"/>
          <a:lstStyle>
            <a:lvl1pPr algn="l">
              <a:buFontTx/>
              <a:buNone/>
              <a:defRPr sz="36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to edit Master text styles</a:t>
            </a:r>
          </a:p>
        </p:txBody>
      </p:sp>
      <p:sp>
        <p:nvSpPr>
          <p:cNvPr id="37" name="Text Placeholder 76">
            <a:extLst>
              <a:ext uri="{FF2B5EF4-FFF2-40B4-BE49-F238E27FC236}">
                <a16:creationId xmlns:a16="http://schemas.microsoft.com/office/drawing/2014/main" id="{594125BB-CB39-E94D-B411-F6744581301B}"/>
              </a:ext>
            </a:extLst>
          </p:cNvPr>
          <p:cNvSpPr>
            <a:spLocks noGrp="1"/>
          </p:cNvSpPr>
          <p:nvPr>
            <p:ph type="body" sz="quarter" idx="151"/>
          </p:nvPr>
        </p:nvSpPr>
        <p:spPr>
          <a:xfrm>
            <a:off x="5138738" y="2747965"/>
            <a:ext cx="27111219" cy="1706880"/>
          </a:xfrm>
          <a:prstGeom prst="rect">
            <a:avLst/>
          </a:prstGeom>
        </p:spPr>
        <p:txBody>
          <a:bodyPr anchor="ctr"/>
          <a:lstStyle>
            <a:lvl1pPr algn="l">
              <a:buFontTx/>
              <a:buNone/>
              <a:defRPr sz="4800">
                <a:solidFill>
                  <a:schemeClr val="bg1"/>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to edit Master text styles</a:t>
            </a:r>
          </a:p>
        </p:txBody>
      </p:sp>
    </p:spTree>
    <p:extLst>
      <p:ext uri="{BB962C8B-B14F-4D97-AF65-F5344CB8AC3E}">
        <p14:creationId xmlns:p14="http://schemas.microsoft.com/office/powerpoint/2010/main" val="2321452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D6FB082-086E-464E-BBB1-F0B7C6E2BF00}"/>
              </a:ext>
            </a:extLst>
          </p:cNvPr>
          <p:cNvSpPr>
            <a:spLocks noChangeArrowheads="1"/>
          </p:cNvSpPr>
          <p:nvPr userDrawn="1"/>
        </p:nvSpPr>
        <p:spPr bwMode="auto">
          <a:xfrm flipV="1">
            <a:off x="0" y="0"/>
            <a:ext cx="32918400" cy="6596063"/>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91436" tIns="45717" rIns="91436" bIns="45717" anchor="ctr"/>
          <a:lstStyle/>
          <a:p>
            <a:endParaRPr lang="en-US"/>
          </a:p>
        </p:txBody>
      </p:sp>
      <p:sp>
        <p:nvSpPr>
          <p:cNvPr id="1026" name="Rectangle 35"/>
          <p:cNvSpPr>
            <a:spLocks noChangeArrowheads="1"/>
          </p:cNvSpPr>
          <p:nvPr/>
        </p:nvSpPr>
        <p:spPr bwMode="auto">
          <a:xfrm>
            <a:off x="24688800" y="8007350"/>
            <a:ext cx="7543800" cy="31089600"/>
          </a:xfrm>
          <a:prstGeom prst="rect">
            <a:avLst/>
          </a:prstGeom>
          <a:solidFill>
            <a:srgbClr val="FFFFFF"/>
          </a:solidFill>
          <a:ln w="9525">
            <a:solidFill>
              <a:schemeClr val="tx2"/>
            </a:solidFill>
            <a:miter lim="800000"/>
            <a:headEnd/>
            <a:tailEnd/>
          </a:ln>
        </p:spPr>
        <p:txBody>
          <a:bodyPr wrap="none" lIns="91436" tIns="45717" rIns="91436" bIns="45717" anchor="ctr"/>
          <a:lstStyle/>
          <a:p>
            <a:endParaRPr lang="en-US"/>
          </a:p>
        </p:txBody>
      </p:sp>
      <p:sp>
        <p:nvSpPr>
          <p:cNvPr id="1027" name="Rectangle 33"/>
          <p:cNvSpPr>
            <a:spLocks noChangeArrowheads="1"/>
          </p:cNvSpPr>
          <p:nvPr/>
        </p:nvSpPr>
        <p:spPr bwMode="auto">
          <a:xfrm>
            <a:off x="8686800" y="8007350"/>
            <a:ext cx="7543800" cy="31089600"/>
          </a:xfrm>
          <a:prstGeom prst="rect">
            <a:avLst/>
          </a:prstGeom>
          <a:solidFill>
            <a:srgbClr val="FFFFFF"/>
          </a:solidFill>
          <a:ln w="9525">
            <a:solidFill>
              <a:schemeClr val="tx2"/>
            </a:solidFill>
            <a:miter lim="800000"/>
            <a:headEnd/>
            <a:tailEnd/>
          </a:ln>
        </p:spPr>
        <p:txBody>
          <a:bodyPr wrap="none" lIns="91436" tIns="45717" rIns="91436" bIns="45717" anchor="ctr"/>
          <a:lstStyle/>
          <a:p>
            <a:endParaRPr lang="en-US"/>
          </a:p>
        </p:txBody>
      </p:sp>
      <p:sp>
        <p:nvSpPr>
          <p:cNvPr id="1028" name="Rectangle 33"/>
          <p:cNvSpPr>
            <a:spLocks noChangeArrowheads="1"/>
          </p:cNvSpPr>
          <p:nvPr/>
        </p:nvSpPr>
        <p:spPr bwMode="auto">
          <a:xfrm>
            <a:off x="16687800" y="8007350"/>
            <a:ext cx="7543800" cy="31089600"/>
          </a:xfrm>
          <a:prstGeom prst="rect">
            <a:avLst/>
          </a:prstGeom>
          <a:solidFill>
            <a:srgbClr val="FFFFFF"/>
          </a:solidFill>
          <a:ln w="9525">
            <a:solidFill>
              <a:schemeClr val="tx2"/>
            </a:solidFill>
            <a:miter lim="800000"/>
            <a:headEnd/>
            <a:tailEnd/>
          </a:ln>
        </p:spPr>
        <p:txBody>
          <a:bodyPr wrap="none" lIns="91436" tIns="45717" rIns="91436" bIns="45717" anchor="ctr"/>
          <a:lstStyle/>
          <a:p>
            <a:endParaRPr lang="en-US"/>
          </a:p>
        </p:txBody>
      </p:sp>
      <p:sp>
        <p:nvSpPr>
          <p:cNvPr id="1029" name="Rectangle 33"/>
          <p:cNvSpPr>
            <a:spLocks noChangeArrowheads="1"/>
          </p:cNvSpPr>
          <p:nvPr/>
        </p:nvSpPr>
        <p:spPr bwMode="auto">
          <a:xfrm>
            <a:off x="692150" y="8007350"/>
            <a:ext cx="7543800" cy="31089600"/>
          </a:xfrm>
          <a:prstGeom prst="rect">
            <a:avLst/>
          </a:prstGeom>
          <a:solidFill>
            <a:srgbClr val="FFFFFF"/>
          </a:solidFill>
          <a:ln w="9525">
            <a:solidFill>
              <a:schemeClr val="tx2"/>
            </a:solidFill>
            <a:miter lim="800000"/>
            <a:headEnd/>
            <a:tailEnd/>
          </a:ln>
        </p:spPr>
        <p:txBody>
          <a:bodyPr wrap="none" lIns="91436" tIns="45717" rIns="91436" bIns="45717" anchor="ctr"/>
          <a:lstStyle/>
          <a:p>
            <a:endParaRPr lang="en-US"/>
          </a:p>
        </p:txBody>
      </p:sp>
      <p:cxnSp>
        <p:nvCxnSpPr>
          <p:cNvPr id="22" name="Straight Connector 21"/>
          <p:cNvCxnSpPr/>
          <p:nvPr userDrawn="1"/>
        </p:nvCxnSpPr>
        <p:spPr>
          <a:xfrm>
            <a:off x="685800" y="7315200"/>
            <a:ext cx="31546800" cy="0"/>
          </a:xfrm>
          <a:prstGeom prst="line">
            <a:avLst/>
          </a:prstGeom>
          <a:ln w="762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685800" y="39822438"/>
            <a:ext cx="31546800" cy="0"/>
          </a:xfrm>
          <a:prstGeom prst="line">
            <a:avLst/>
          </a:prstGeom>
          <a:ln w="381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pic>
        <p:nvPicPr>
          <p:cNvPr id="9" name="Picture 8">
            <a:extLst>
              <a:ext uri="{FF2B5EF4-FFF2-40B4-BE49-F238E27FC236}">
                <a16:creationId xmlns:a16="http://schemas.microsoft.com/office/drawing/2014/main" id="{E2F0EEA4-4B12-654C-ABCB-17B56FB85044}"/>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685800" y="795127"/>
            <a:ext cx="2477770" cy="3216484"/>
          </a:xfrm>
          <a:prstGeom prst="rect">
            <a:avLst/>
          </a:prstGeom>
        </p:spPr>
      </p:pic>
    </p:spTree>
  </p:cSld>
  <p:clrMap bg1="lt1" tx1="dk1" bg2="lt2" tx2="dk2" accent1="accent1" accent2="accent2" accent3="accent3" accent4="accent4" accent5="accent5" accent6="accent6" hlink="hlink" folHlink="folHlink"/>
  <p:sldLayoutIdLst>
    <p:sldLayoutId id="2147483753" r:id="rId1"/>
  </p:sldLayoutIdLst>
  <p:txStyles>
    <p:titleStyle>
      <a:lvl1pPr algn="ctr" defTabSz="4387850" rtl="0" eaLnBrk="1" fontAlgn="base" hangingPunct="1">
        <a:spcBef>
          <a:spcPct val="0"/>
        </a:spcBef>
        <a:spcAft>
          <a:spcPct val="0"/>
        </a:spcAft>
        <a:defRPr sz="8800" kern="1200">
          <a:solidFill>
            <a:schemeClr val="bg1"/>
          </a:solidFill>
          <a:latin typeface="Trebuchet MS" pitchFamily="34" charset="0"/>
          <a:ea typeface="ＭＳ Ｐゴシック" charset="-128"/>
          <a:cs typeface="ＭＳ Ｐゴシック" charset="-128"/>
        </a:defRPr>
      </a:lvl1pPr>
      <a:lvl2pPr algn="ctr" defTabSz="4387850" rtl="0" eaLnBrk="1" fontAlgn="base" hangingPunct="1">
        <a:spcBef>
          <a:spcPct val="0"/>
        </a:spcBef>
        <a:spcAft>
          <a:spcPct val="0"/>
        </a:spcAft>
        <a:defRPr sz="8800">
          <a:solidFill>
            <a:schemeClr val="bg1"/>
          </a:solidFill>
          <a:latin typeface="Trebuchet MS" charset="0"/>
          <a:ea typeface="ＭＳ Ｐゴシック" charset="-128"/>
          <a:cs typeface="ＭＳ Ｐゴシック" charset="-128"/>
        </a:defRPr>
      </a:lvl2pPr>
      <a:lvl3pPr algn="ctr" defTabSz="4387850" rtl="0" eaLnBrk="1" fontAlgn="base" hangingPunct="1">
        <a:spcBef>
          <a:spcPct val="0"/>
        </a:spcBef>
        <a:spcAft>
          <a:spcPct val="0"/>
        </a:spcAft>
        <a:defRPr sz="8800">
          <a:solidFill>
            <a:schemeClr val="bg1"/>
          </a:solidFill>
          <a:latin typeface="Trebuchet MS" charset="0"/>
          <a:ea typeface="ＭＳ Ｐゴシック" charset="-128"/>
          <a:cs typeface="ＭＳ Ｐゴシック" charset="-128"/>
        </a:defRPr>
      </a:lvl3pPr>
      <a:lvl4pPr algn="ctr" defTabSz="4387850" rtl="0" eaLnBrk="1" fontAlgn="base" hangingPunct="1">
        <a:spcBef>
          <a:spcPct val="0"/>
        </a:spcBef>
        <a:spcAft>
          <a:spcPct val="0"/>
        </a:spcAft>
        <a:defRPr sz="8800">
          <a:solidFill>
            <a:schemeClr val="bg1"/>
          </a:solidFill>
          <a:latin typeface="Trebuchet MS" charset="0"/>
          <a:ea typeface="ＭＳ Ｐゴシック" charset="-128"/>
          <a:cs typeface="ＭＳ Ｐゴシック" charset="-128"/>
        </a:defRPr>
      </a:lvl4pPr>
      <a:lvl5pPr algn="ctr" defTabSz="4387850" rtl="0" eaLnBrk="1" fontAlgn="base" hangingPunct="1">
        <a:spcBef>
          <a:spcPct val="0"/>
        </a:spcBef>
        <a:spcAft>
          <a:spcPct val="0"/>
        </a:spcAft>
        <a:defRPr sz="8800">
          <a:solidFill>
            <a:schemeClr val="bg1"/>
          </a:solidFill>
          <a:latin typeface="Trebuchet MS" charset="0"/>
          <a:ea typeface="ＭＳ Ｐゴシック" charset="-128"/>
          <a:cs typeface="ＭＳ Ｐゴシック" charset="-128"/>
        </a:defRPr>
      </a:lvl5pPr>
      <a:lvl6pPr marL="457200" algn="ctr" defTabSz="4387850" rtl="0" eaLnBrk="1" fontAlgn="base" hangingPunct="1">
        <a:spcBef>
          <a:spcPct val="0"/>
        </a:spcBef>
        <a:spcAft>
          <a:spcPct val="0"/>
        </a:spcAft>
        <a:defRPr sz="8800">
          <a:solidFill>
            <a:schemeClr val="bg1"/>
          </a:solidFill>
          <a:latin typeface="Trebuchet MS" charset="0"/>
          <a:ea typeface="ＭＳ Ｐゴシック" charset="-128"/>
          <a:cs typeface="ＭＳ Ｐゴシック" charset="-128"/>
        </a:defRPr>
      </a:lvl6pPr>
      <a:lvl7pPr marL="914400" algn="ctr" defTabSz="4387850" rtl="0" eaLnBrk="1" fontAlgn="base" hangingPunct="1">
        <a:spcBef>
          <a:spcPct val="0"/>
        </a:spcBef>
        <a:spcAft>
          <a:spcPct val="0"/>
        </a:spcAft>
        <a:defRPr sz="8800">
          <a:solidFill>
            <a:schemeClr val="bg1"/>
          </a:solidFill>
          <a:latin typeface="Trebuchet MS" charset="0"/>
          <a:ea typeface="ＭＳ Ｐゴシック" charset="-128"/>
          <a:cs typeface="ＭＳ Ｐゴシック" charset="-128"/>
        </a:defRPr>
      </a:lvl7pPr>
      <a:lvl8pPr marL="1371600" algn="ctr" defTabSz="4387850" rtl="0" eaLnBrk="1" fontAlgn="base" hangingPunct="1">
        <a:spcBef>
          <a:spcPct val="0"/>
        </a:spcBef>
        <a:spcAft>
          <a:spcPct val="0"/>
        </a:spcAft>
        <a:defRPr sz="8800">
          <a:solidFill>
            <a:schemeClr val="bg1"/>
          </a:solidFill>
          <a:latin typeface="Trebuchet MS" charset="0"/>
          <a:ea typeface="ＭＳ Ｐゴシック" charset="-128"/>
          <a:cs typeface="ＭＳ Ｐゴシック" charset="-128"/>
        </a:defRPr>
      </a:lvl8pPr>
      <a:lvl9pPr marL="1828800" algn="ctr" defTabSz="4387850" rtl="0" eaLnBrk="1" fontAlgn="base" hangingPunct="1">
        <a:spcBef>
          <a:spcPct val="0"/>
        </a:spcBef>
        <a:spcAft>
          <a:spcPct val="0"/>
        </a:spcAft>
        <a:defRPr sz="8800">
          <a:solidFill>
            <a:schemeClr val="bg1"/>
          </a:solidFill>
          <a:latin typeface="Trebuchet MS" charset="0"/>
          <a:ea typeface="ＭＳ Ｐゴシック" charset="-128"/>
          <a:cs typeface="ＭＳ Ｐゴシック" charset="-128"/>
        </a:defRPr>
      </a:lvl9pPr>
    </p:titleStyle>
    <p:bodyStyle>
      <a:lvl1pPr marL="1644650" indent="-1644650" algn="l" defTabSz="4387850" rtl="0" eaLnBrk="1" fontAlgn="base" hangingPunct="1">
        <a:spcBef>
          <a:spcPct val="20000"/>
        </a:spcBef>
        <a:spcAft>
          <a:spcPct val="0"/>
        </a:spcAft>
        <a:buFont typeface="Arial" charset="0"/>
        <a:buChar char="•"/>
        <a:defRPr sz="15400" kern="1200">
          <a:solidFill>
            <a:schemeClr val="tx1"/>
          </a:solidFill>
          <a:latin typeface="+mn-lt"/>
          <a:ea typeface="ＭＳ Ｐゴシック" charset="-128"/>
          <a:cs typeface="ＭＳ Ｐゴシック" charset="-128"/>
        </a:defRPr>
      </a:lvl1pPr>
      <a:lvl2pPr marL="3565525" indent="-1370013" algn="l" defTabSz="4387850" rtl="0" eaLnBrk="1" fontAlgn="base" hangingPunct="1">
        <a:spcBef>
          <a:spcPct val="20000"/>
        </a:spcBef>
        <a:spcAft>
          <a:spcPct val="0"/>
        </a:spcAft>
        <a:buFont typeface="Arial" charset="0"/>
        <a:buChar char="–"/>
        <a:defRPr sz="13500" kern="1200">
          <a:solidFill>
            <a:schemeClr val="tx1"/>
          </a:solidFill>
          <a:latin typeface="+mn-lt"/>
          <a:ea typeface="ＭＳ Ｐゴシック" charset="-128"/>
          <a:cs typeface="+mn-cs"/>
        </a:defRPr>
      </a:lvl2pPr>
      <a:lvl3pPr marL="5484813" indent="-1096963" algn="l" defTabSz="4387850" rtl="0" eaLnBrk="1" fontAlgn="base" hangingPunct="1">
        <a:spcBef>
          <a:spcPct val="20000"/>
        </a:spcBef>
        <a:spcAft>
          <a:spcPct val="0"/>
        </a:spcAft>
        <a:buFont typeface="Arial" charset="0"/>
        <a:buChar char="•"/>
        <a:defRPr sz="11600" kern="1200">
          <a:solidFill>
            <a:schemeClr val="tx1"/>
          </a:solidFill>
          <a:latin typeface="+mn-lt"/>
          <a:ea typeface="ＭＳ Ｐゴシック" charset="-128"/>
          <a:cs typeface="+mn-cs"/>
        </a:defRPr>
      </a:lvl3pPr>
      <a:lvl4pPr marL="7680325" indent="-1096963" algn="l" defTabSz="4387850" rtl="0" eaLnBrk="1" fontAlgn="base" hangingPunct="1">
        <a:spcBef>
          <a:spcPct val="20000"/>
        </a:spcBef>
        <a:spcAft>
          <a:spcPct val="0"/>
        </a:spcAft>
        <a:buFont typeface="Arial" charset="0"/>
        <a:buChar char="–"/>
        <a:defRPr sz="9600" kern="1200">
          <a:solidFill>
            <a:schemeClr val="tx1"/>
          </a:solidFill>
          <a:latin typeface="+mn-lt"/>
          <a:ea typeface="ＭＳ Ｐゴシック" charset="-128"/>
          <a:cs typeface="+mn-cs"/>
        </a:defRPr>
      </a:lvl4pPr>
      <a:lvl5pPr marL="9874250" indent="-1096963" algn="l" defTabSz="4387850" rtl="0" eaLnBrk="1" fontAlgn="base" hangingPunct="1">
        <a:spcBef>
          <a:spcPct val="20000"/>
        </a:spcBef>
        <a:spcAft>
          <a:spcPct val="0"/>
        </a:spcAft>
        <a:buFont typeface="Arial" charset="0"/>
        <a:buChar char="»"/>
        <a:defRPr sz="9600" kern="1200">
          <a:solidFill>
            <a:schemeClr val="tx1"/>
          </a:solidFill>
          <a:latin typeface="+mn-lt"/>
          <a:ea typeface="ＭＳ Ｐゴシック" charset="-128"/>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52CC861-FE92-9F49-9509-955612D70500}"/>
              </a:ext>
            </a:extLst>
          </p:cNvPr>
          <p:cNvSpPr>
            <a:spLocks noChangeArrowheads="1"/>
          </p:cNvSpPr>
          <p:nvPr userDrawn="1"/>
        </p:nvSpPr>
        <p:spPr bwMode="auto">
          <a:xfrm flipV="1">
            <a:off x="0" y="0"/>
            <a:ext cx="32918400" cy="6596063"/>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91436" tIns="45717" rIns="91436" bIns="45717" anchor="ctr"/>
          <a:lstStyle/>
          <a:p>
            <a:endParaRPr lang="en-US"/>
          </a:p>
        </p:txBody>
      </p:sp>
      <p:sp>
        <p:nvSpPr>
          <p:cNvPr id="3074" name="Rectangle 33"/>
          <p:cNvSpPr>
            <a:spLocks noChangeArrowheads="1"/>
          </p:cNvSpPr>
          <p:nvPr/>
        </p:nvSpPr>
        <p:spPr bwMode="auto">
          <a:xfrm>
            <a:off x="685800" y="7994650"/>
            <a:ext cx="10190163" cy="31089600"/>
          </a:xfrm>
          <a:prstGeom prst="rect">
            <a:avLst/>
          </a:prstGeom>
          <a:solidFill>
            <a:schemeClr val="bg1"/>
          </a:solidFill>
          <a:ln w="9525">
            <a:solidFill>
              <a:schemeClr val="tx2"/>
            </a:solidFill>
            <a:miter lim="800000"/>
            <a:headEnd/>
            <a:tailEnd/>
          </a:ln>
        </p:spPr>
        <p:txBody>
          <a:bodyPr wrap="none" lIns="91436" tIns="45717" rIns="91436" bIns="45717" anchor="ctr"/>
          <a:lstStyle/>
          <a:p>
            <a:endParaRPr lang="en-US"/>
          </a:p>
        </p:txBody>
      </p:sp>
      <p:sp>
        <p:nvSpPr>
          <p:cNvPr id="3075" name="Rectangle 33"/>
          <p:cNvSpPr>
            <a:spLocks noChangeArrowheads="1"/>
          </p:cNvSpPr>
          <p:nvPr/>
        </p:nvSpPr>
        <p:spPr bwMode="auto">
          <a:xfrm>
            <a:off x="11363325" y="7994650"/>
            <a:ext cx="10188575" cy="31089600"/>
          </a:xfrm>
          <a:prstGeom prst="rect">
            <a:avLst/>
          </a:prstGeom>
          <a:solidFill>
            <a:schemeClr val="bg1"/>
          </a:solidFill>
          <a:ln w="9525">
            <a:solidFill>
              <a:schemeClr val="tx2"/>
            </a:solidFill>
            <a:miter lim="800000"/>
            <a:headEnd/>
            <a:tailEnd/>
          </a:ln>
        </p:spPr>
        <p:txBody>
          <a:bodyPr wrap="none" lIns="91436" tIns="45717" rIns="91436" bIns="45717" anchor="ctr"/>
          <a:lstStyle/>
          <a:p>
            <a:endParaRPr lang="en-US"/>
          </a:p>
        </p:txBody>
      </p:sp>
      <p:sp>
        <p:nvSpPr>
          <p:cNvPr id="3076" name="Rectangle 33"/>
          <p:cNvSpPr>
            <a:spLocks noChangeArrowheads="1"/>
          </p:cNvSpPr>
          <p:nvPr/>
        </p:nvSpPr>
        <p:spPr bwMode="auto">
          <a:xfrm>
            <a:off x="22039263" y="7994650"/>
            <a:ext cx="10190162" cy="31089600"/>
          </a:xfrm>
          <a:prstGeom prst="rect">
            <a:avLst/>
          </a:prstGeom>
          <a:solidFill>
            <a:schemeClr val="bg1"/>
          </a:solidFill>
          <a:ln w="9525">
            <a:solidFill>
              <a:schemeClr val="tx2"/>
            </a:solidFill>
            <a:miter lim="800000"/>
            <a:headEnd/>
            <a:tailEnd/>
          </a:ln>
        </p:spPr>
        <p:txBody>
          <a:bodyPr wrap="none" lIns="91436" tIns="45717" rIns="91436" bIns="45717" anchor="ctr"/>
          <a:lstStyle/>
          <a:p>
            <a:endParaRPr lang="en-US"/>
          </a:p>
        </p:txBody>
      </p:sp>
      <p:cxnSp>
        <p:nvCxnSpPr>
          <p:cNvPr id="36" name="Straight Connector 35"/>
          <p:cNvCxnSpPr/>
          <p:nvPr userDrawn="1"/>
        </p:nvCxnSpPr>
        <p:spPr>
          <a:xfrm>
            <a:off x="685800" y="7315200"/>
            <a:ext cx="31546800" cy="0"/>
          </a:xfrm>
          <a:prstGeom prst="line">
            <a:avLst/>
          </a:prstGeom>
          <a:ln w="762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685800" y="39822438"/>
            <a:ext cx="31546800" cy="0"/>
          </a:xfrm>
          <a:prstGeom prst="line">
            <a:avLst/>
          </a:prstGeom>
          <a:ln w="381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pic>
        <p:nvPicPr>
          <p:cNvPr id="9" name="Picture 8">
            <a:extLst>
              <a:ext uri="{FF2B5EF4-FFF2-40B4-BE49-F238E27FC236}">
                <a16:creationId xmlns:a16="http://schemas.microsoft.com/office/drawing/2014/main" id="{8FB0569F-A0B7-5C49-877B-F4C926D9215E}"/>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685800" y="795127"/>
            <a:ext cx="2477770" cy="3216484"/>
          </a:xfrm>
          <a:prstGeom prst="rect">
            <a:avLst/>
          </a:prstGeom>
        </p:spPr>
      </p:pic>
    </p:spTree>
  </p:cSld>
  <p:clrMap bg1="lt1" tx1="dk1" bg2="lt2" tx2="dk2" accent1="accent1" accent2="accent2" accent3="accent3" accent4="accent4" accent5="accent5" accent6="accent6" hlink="hlink" folHlink="folHlink"/>
  <p:sldLayoutIdLst>
    <p:sldLayoutId id="2147483757" r:id="rId1"/>
  </p:sldLayoutIdLst>
  <p:txStyles>
    <p:titleStyle>
      <a:lvl1pPr algn="ctr" defTabSz="4387850" rtl="0" eaLnBrk="0" fontAlgn="base" hangingPunct="0">
        <a:spcBef>
          <a:spcPct val="0"/>
        </a:spcBef>
        <a:spcAft>
          <a:spcPct val="0"/>
        </a:spcAft>
        <a:defRPr sz="8800" kern="1200">
          <a:solidFill>
            <a:schemeClr val="bg1"/>
          </a:solidFill>
          <a:latin typeface="Trebuchet MS" pitchFamily="34" charset="0"/>
          <a:ea typeface="ＭＳ Ｐゴシック" charset="-128"/>
          <a:cs typeface="ＭＳ Ｐゴシック" charset="-128"/>
        </a:defRPr>
      </a:lvl1pPr>
      <a:lvl2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2pPr>
      <a:lvl3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3pPr>
      <a:lvl4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4pPr>
      <a:lvl5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5pPr>
      <a:lvl6pPr marL="4572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6pPr>
      <a:lvl7pPr marL="9144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7pPr>
      <a:lvl8pPr marL="13716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8pPr>
      <a:lvl9pPr marL="18288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9pPr>
    </p:titleStyle>
    <p:bodyStyle>
      <a:lvl1pPr marL="1644650" indent="-1644650" algn="l" defTabSz="4387850" rtl="0" eaLnBrk="0" fontAlgn="base" hangingPunct="0">
        <a:spcBef>
          <a:spcPct val="20000"/>
        </a:spcBef>
        <a:spcAft>
          <a:spcPct val="0"/>
        </a:spcAft>
        <a:buFont typeface="Arial" charset="0"/>
        <a:buChar char="•"/>
        <a:defRPr sz="15400" kern="1200">
          <a:solidFill>
            <a:schemeClr val="tx1"/>
          </a:solidFill>
          <a:latin typeface="+mn-lt"/>
          <a:ea typeface="ＭＳ Ｐゴシック" charset="-128"/>
          <a:cs typeface="ＭＳ Ｐゴシック" charset="-128"/>
        </a:defRPr>
      </a:lvl1pPr>
      <a:lvl2pPr marL="3565525" indent="-1370013" algn="l" defTabSz="4387850" rtl="0" eaLnBrk="0" fontAlgn="base" hangingPunct="0">
        <a:spcBef>
          <a:spcPct val="20000"/>
        </a:spcBef>
        <a:spcAft>
          <a:spcPct val="0"/>
        </a:spcAft>
        <a:buFont typeface="Arial" charset="0"/>
        <a:buChar char="–"/>
        <a:defRPr sz="13500" kern="1200">
          <a:solidFill>
            <a:schemeClr val="tx1"/>
          </a:solidFill>
          <a:latin typeface="+mn-lt"/>
          <a:ea typeface="ＭＳ Ｐゴシック" charset="-128"/>
          <a:cs typeface="+mn-cs"/>
        </a:defRPr>
      </a:lvl2pPr>
      <a:lvl3pPr marL="5484813" indent="-1096963" algn="l" defTabSz="4387850" rtl="0" eaLnBrk="0" fontAlgn="base" hangingPunct="0">
        <a:spcBef>
          <a:spcPct val="20000"/>
        </a:spcBef>
        <a:spcAft>
          <a:spcPct val="0"/>
        </a:spcAft>
        <a:buFont typeface="Arial" charset="0"/>
        <a:buChar char="•"/>
        <a:defRPr sz="11600" kern="1200">
          <a:solidFill>
            <a:schemeClr val="tx1"/>
          </a:solidFill>
          <a:latin typeface="+mn-lt"/>
          <a:ea typeface="ＭＳ Ｐゴシック" charset="-128"/>
          <a:cs typeface="+mn-cs"/>
        </a:defRPr>
      </a:lvl3pPr>
      <a:lvl4pPr marL="7680325" indent="-1096963" algn="l" defTabSz="4387850" rtl="0" eaLnBrk="0" fontAlgn="base" hangingPunct="0">
        <a:spcBef>
          <a:spcPct val="20000"/>
        </a:spcBef>
        <a:spcAft>
          <a:spcPct val="0"/>
        </a:spcAft>
        <a:buFont typeface="Arial" charset="0"/>
        <a:buChar char="–"/>
        <a:defRPr sz="9600" kern="1200">
          <a:solidFill>
            <a:schemeClr val="tx1"/>
          </a:solidFill>
          <a:latin typeface="+mn-lt"/>
          <a:ea typeface="ＭＳ Ｐゴシック" charset="-128"/>
          <a:cs typeface="+mn-cs"/>
        </a:defRPr>
      </a:lvl4pPr>
      <a:lvl5pPr marL="9874250" indent="-1096963" algn="l" defTabSz="4387850" rtl="0" eaLnBrk="0" fontAlgn="base" hangingPunct="0">
        <a:spcBef>
          <a:spcPct val="20000"/>
        </a:spcBef>
        <a:spcAft>
          <a:spcPct val="0"/>
        </a:spcAft>
        <a:buFont typeface="Arial" charset="0"/>
        <a:buChar char="»"/>
        <a:defRPr sz="9600" kern="1200">
          <a:solidFill>
            <a:schemeClr val="tx1"/>
          </a:solidFill>
          <a:latin typeface="+mn-lt"/>
          <a:ea typeface="ＭＳ Ｐゴシック" charset="-128"/>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122" name="Rectangle 33"/>
          <p:cNvSpPr>
            <a:spLocks noChangeArrowheads="1"/>
          </p:cNvSpPr>
          <p:nvPr/>
        </p:nvSpPr>
        <p:spPr bwMode="auto">
          <a:xfrm>
            <a:off x="685800" y="8007350"/>
            <a:ext cx="7543800" cy="31089600"/>
          </a:xfrm>
          <a:prstGeom prst="rect">
            <a:avLst/>
          </a:prstGeom>
          <a:solidFill>
            <a:schemeClr val="bg1"/>
          </a:solidFill>
          <a:ln w="9525">
            <a:solidFill>
              <a:schemeClr val="tx2"/>
            </a:solidFill>
            <a:miter lim="800000"/>
            <a:headEnd/>
            <a:tailEnd/>
          </a:ln>
        </p:spPr>
        <p:txBody>
          <a:bodyPr wrap="none" lIns="91436" tIns="45717" rIns="91436" bIns="45717" anchor="ctr"/>
          <a:lstStyle/>
          <a:p>
            <a:endParaRPr lang="en-US"/>
          </a:p>
        </p:txBody>
      </p:sp>
      <p:sp>
        <p:nvSpPr>
          <p:cNvPr id="5123" name="Rectangle 35"/>
          <p:cNvSpPr>
            <a:spLocks noChangeArrowheads="1"/>
          </p:cNvSpPr>
          <p:nvPr/>
        </p:nvSpPr>
        <p:spPr bwMode="auto">
          <a:xfrm>
            <a:off x="24688800" y="8007350"/>
            <a:ext cx="7543800" cy="31089600"/>
          </a:xfrm>
          <a:prstGeom prst="rect">
            <a:avLst/>
          </a:prstGeom>
          <a:solidFill>
            <a:schemeClr val="bg1"/>
          </a:solidFill>
          <a:ln w="9525">
            <a:solidFill>
              <a:schemeClr val="tx2"/>
            </a:solidFill>
            <a:miter lim="800000"/>
            <a:headEnd/>
            <a:tailEnd/>
          </a:ln>
        </p:spPr>
        <p:txBody>
          <a:bodyPr wrap="none" lIns="91436" tIns="45717" rIns="91436" bIns="45717" anchor="ctr"/>
          <a:lstStyle/>
          <a:p>
            <a:endParaRPr lang="en-US"/>
          </a:p>
        </p:txBody>
      </p:sp>
      <p:sp>
        <p:nvSpPr>
          <p:cNvPr id="5124" name="Rectangle 33"/>
          <p:cNvSpPr>
            <a:spLocks noChangeArrowheads="1"/>
          </p:cNvSpPr>
          <p:nvPr/>
        </p:nvSpPr>
        <p:spPr bwMode="auto">
          <a:xfrm>
            <a:off x="8715375" y="8007350"/>
            <a:ext cx="15430500" cy="31089600"/>
          </a:xfrm>
          <a:prstGeom prst="rect">
            <a:avLst/>
          </a:prstGeom>
          <a:solidFill>
            <a:schemeClr val="bg1"/>
          </a:solidFill>
          <a:ln w="9525">
            <a:solidFill>
              <a:schemeClr val="tx2"/>
            </a:solidFill>
            <a:miter lim="800000"/>
            <a:headEnd/>
            <a:tailEnd/>
          </a:ln>
        </p:spPr>
        <p:txBody>
          <a:bodyPr wrap="none" lIns="91436" tIns="45717" rIns="91436" bIns="45717" anchor="ctr"/>
          <a:lstStyle/>
          <a:p>
            <a:endParaRPr lang="en-US"/>
          </a:p>
        </p:txBody>
      </p:sp>
      <p:cxnSp>
        <p:nvCxnSpPr>
          <p:cNvPr id="22" name="Straight Connector 21"/>
          <p:cNvCxnSpPr/>
          <p:nvPr userDrawn="1"/>
        </p:nvCxnSpPr>
        <p:spPr>
          <a:xfrm>
            <a:off x="685800" y="7315200"/>
            <a:ext cx="31546800" cy="0"/>
          </a:xfrm>
          <a:prstGeom prst="line">
            <a:avLst/>
          </a:prstGeom>
          <a:ln w="762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85800" y="39822438"/>
            <a:ext cx="31546800" cy="0"/>
          </a:xfrm>
          <a:prstGeom prst="line">
            <a:avLst/>
          </a:prstGeom>
          <a:ln w="381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046A2C79-EB5F-B048-9484-9CAC8B0EC169}"/>
              </a:ext>
            </a:extLst>
          </p:cNvPr>
          <p:cNvSpPr>
            <a:spLocks noChangeArrowheads="1"/>
          </p:cNvSpPr>
          <p:nvPr userDrawn="1"/>
        </p:nvSpPr>
        <p:spPr bwMode="auto">
          <a:xfrm flipV="1">
            <a:off x="0" y="0"/>
            <a:ext cx="32918400" cy="6596063"/>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91436" tIns="45717" rIns="91436" bIns="45717" anchor="ctr"/>
          <a:lstStyle/>
          <a:p>
            <a:endParaRPr lang="en-US"/>
          </a:p>
        </p:txBody>
      </p:sp>
      <p:pic>
        <p:nvPicPr>
          <p:cNvPr id="10" name="Picture 9">
            <a:extLst>
              <a:ext uri="{FF2B5EF4-FFF2-40B4-BE49-F238E27FC236}">
                <a16:creationId xmlns:a16="http://schemas.microsoft.com/office/drawing/2014/main" id="{9962EBB0-BB35-F74F-95F9-86A1BCF18C1D}"/>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685800" y="795127"/>
            <a:ext cx="2477770" cy="3216484"/>
          </a:xfrm>
          <a:prstGeom prst="rect">
            <a:avLst/>
          </a:prstGeom>
        </p:spPr>
      </p:pic>
    </p:spTree>
  </p:cSld>
  <p:clrMap bg1="lt1" tx1="dk1" bg2="lt2" tx2="dk2" accent1="accent1" accent2="accent2" accent3="accent3" accent4="accent4" accent5="accent5" accent6="accent6" hlink="hlink" folHlink="folHlink"/>
  <p:sldLayoutIdLst>
    <p:sldLayoutId id="2147483755" r:id="rId1"/>
  </p:sldLayoutIdLst>
  <p:txStyles>
    <p:titleStyle>
      <a:lvl1pPr algn="ctr" defTabSz="4387850" rtl="0" eaLnBrk="0" fontAlgn="base" hangingPunct="0">
        <a:spcBef>
          <a:spcPct val="0"/>
        </a:spcBef>
        <a:spcAft>
          <a:spcPct val="0"/>
        </a:spcAft>
        <a:defRPr sz="8800" kern="1200">
          <a:solidFill>
            <a:schemeClr val="bg1"/>
          </a:solidFill>
          <a:latin typeface="Trebuchet MS" pitchFamily="34" charset="0"/>
          <a:ea typeface="ＭＳ Ｐゴシック" charset="-128"/>
          <a:cs typeface="ＭＳ Ｐゴシック" charset="-128"/>
        </a:defRPr>
      </a:lvl1pPr>
      <a:lvl2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2pPr>
      <a:lvl3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3pPr>
      <a:lvl4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4pPr>
      <a:lvl5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5pPr>
      <a:lvl6pPr marL="4572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6pPr>
      <a:lvl7pPr marL="9144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7pPr>
      <a:lvl8pPr marL="13716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8pPr>
      <a:lvl9pPr marL="18288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9pPr>
    </p:titleStyle>
    <p:bodyStyle>
      <a:lvl1pPr marL="1644650" indent="-1644650" algn="l" defTabSz="4387850" rtl="0" eaLnBrk="0" fontAlgn="base" hangingPunct="0">
        <a:spcBef>
          <a:spcPct val="20000"/>
        </a:spcBef>
        <a:spcAft>
          <a:spcPct val="0"/>
        </a:spcAft>
        <a:buFont typeface="Arial" charset="0"/>
        <a:buChar char="•"/>
        <a:defRPr sz="15400" kern="1200">
          <a:solidFill>
            <a:schemeClr val="tx1"/>
          </a:solidFill>
          <a:latin typeface="+mn-lt"/>
          <a:ea typeface="ＭＳ Ｐゴシック" charset="-128"/>
          <a:cs typeface="ＭＳ Ｐゴシック" charset="-128"/>
        </a:defRPr>
      </a:lvl1pPr>
      <a:lvl2pPr marL="3565525" indent="-1370013" algn="l" defTabSz="4387850" rtl="0" eaLnBrk="0" fontAlgn="base" hangingPunct="0">
        <a:spcBef>
          <a:spcPct val="20000"/>
        </a:spcBef>
        <a:spcAft>
          <a:spcPct val="0"/>
        </a:spcAft>
        <a:buFont typeface="Arial" charset="0"/>
        <a:buChar char="–"/>
        <a:defRPr sz="13500" kern="1200">
          <a:solidFill>
            <a:schemeClr val="tx1"/>
          </a:solidFill>
          <a:latin typeface="+mn-lt"/>
          <a:ea typeface="ＭＳ Ｐゴシック" charset="-128"/>
          <a:cs typeface="+mn-cs"/>
        </a:defRPr>
      </a:lvl2pPr>
      <a:lvl3pPr marL="5484813" indent="-1096963" algn="l" defTabSz="4387850" rtl="0" eaLnBrk="0" fontAlgn="base" hangingPunct="0">
        <a:spcBef>
          <a:spcPct val="20000"/>
        </a:spcBef>
        <a:spcAft>
          <a:spcPct val="0"/>
        </a:spcAft>
        <a:buFont typeface="Arial" charset="0"/>
        <a:buChar char="•"/>
        <a:defRPr sz="11600" kern="1200">
          <a:solidFill>
            <a:schemeClr val="tx1"/>
          </a:solidFill>
          <a:latin typeface="+mn-lt"/>
          <a:ea typeface="ＭＳ Ｐゴシック" charset="-128"/>
          <a:cs typeface="+mn-cs"/>
        </a:defRPr>
      </a:lvl3pPr>
      <a:lvl4pPr marL="7680325" indent="-1096963" algn="l" defTabSz="4387850" rtl="0" eaLnBrk="0" fontAlgn="base" hangingPunct="0">
        <a:spcBef>
          <a:spcPct val="20000"/>
        </a:spcBef>
        <a:spcAft>
          <a:spcPct val="0"/>
        </a:spcAft>
        <a:buFont typeface="Arial" charset="0"/>
        <a:buChar char="–"/>
        <a:defRPr sz="9600" kern="1200">
          <a:solidFill>
            <a:schemeClr val="tx1"/>
          </a:solidFill>
          <a:latin typeface="+mn-lt"/>
          <a:ea typeface="ＭＳ Ｐゴシック" charset="-128"/>
          <a:cs typeface="+mn-cs"/>
        </a:defRPr>
      </a:lvl4pPr>
      <a:lvl5pPr marL="9874250" indent="-1096963" algn="l" defTabSz="4387850" rtl="0" eaLnBrk="0" fontAlgn="base" hangingPunct="0">
        <a:spcBef>
          <a:spcPct val="20000"/>
        </a:spcBef>
        <a:spcAft>
          <a:spcPct val="0"/>
        </a:spcAft>
        <a:buFont typeface="Arial" charset="0"/>
        <a:buChar char="»"/>
        <a:defRPr sz="9600" kern="1200">
          <a:solidFill>
            <a:schemeClr val="tx1"/>
          </a:solidFill>
          <a:latin typeface="+mn-lt"/>
          <a:ea typeface="ＭＳ Ｐゴシック" charset="-128"/>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170" name="Rectangle 33"/>
          <p:cNvSpPr>
            <a:spLocks noChangeArrowheads="1"/>
          </p:cNvSpPr>
          <p:nvPr/>
        </p:nvSpPr>
        <p:spPr bwMode="auto">
          <a:xfrm>
            <a:off x="8745538" y="7999413"/>
            <a:ext cx="23483887" cy="31089600"/>
          </a:xfrm>
          <a:prstGeom prst="rect">
            <a:avLst/>
          </a:prstGeom>
          <a:solidFill>
            <a:schemeClr val="bg1"/>
          </a:solidFill>
          <a:ln w="9525">
            <a:solidFill>
              <a:schemeClr val="tx2"/>
            </a:solidFill>
            <a:miter lim="800000"/>
            <a:headEnd/>
            <a:tailEnd/>
          </a:ln>
        </p:spPr>
        <p:txBody>
          <a:bodyPr wrap="none" lIns="91436" tIns="45717" rIns="91436" bIns="45717" anchor="ctr"/>
          <a:lstStyle/>
          <a:p>
            <a:endParaRPr lang="en-US"/>
          </a:p>
        </p:txBody>
      </p:sp>
      <p:sp>
        <p:nvSpPr>
          <p:cNvPr id="6147" name="Rectangle 33"/>
          <p:cNvSpPr>
            <a:spLocks noChangeArrowheads="1"/>
          </p:cNvSpPr>
          <p:nvPr userDrawn="1"/>
        </p:nvSpPr>
        <p:spPr bwMode="auto">
          <a:xfrm>
            <a:off x="685800" y="7999413"/>
            <a:ext cx="7543800" cy="31089600"/>
          </a:xfrm>
          <a:prstGeom prst="rect">
            <a:avLst/>
          </a:prstGeom>
          <a:solidFill>
            <a:schemeClr val="bg1">
              <a:lumMod val="95000"/>
            </a:schemeClr>
          </a:solidFill>
          <a:ln w="9525">
            <a:solidFill>
              <a:schemeClr val="tx2"/>
            </a:solidFill>
            <a:miter lim="800000"/>
            <a:headEnd/>
            <a:tailEnd/>
          </a:ln>
        </p:spPr>
        <p:txBody>
          <a:bodyPr wrap="none" lIns="91436" tIns="45717" rIns="91436" bIns="45717" anchor="ctr"/>
          <a:lstStyle/>
          <a:p>
            <a:pPr>
              <a:defRPr/>
            </a:pPr>
            <a:endParaRPr lang="en-US"/>
          </a:p>
        </p:txBody>
      </p:sp>
      <p:cxnSp>
        <p:nvCxnSpPr>
          <p:cNvPr id="21" name="Straight Connector 20"/>
          <p:cNvCxnSpPr/>
          <p:nvPr userDrawn="1"/>
        </p:nvCxnSpPr>
        <p:spPr>
          <a:xfrm>
            <a:off x="685800" y="7315200"/>
            <a:ext cx="31546800" cy="0"/>
          </a:xfrm>
          <a:prstGeom prst="line">
            <a:avLst/>
          </a:prstGeom>
          <a:ln w="762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685800" y="39822438"/>
            <a:ext cx="31546800" cy="0"/>
          </a:xfrm>
          <a:prstGeom prst="line">
            <a:avLst/>
          </a:prstGeom>
          <a:ln w="381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E7BE1506-68B1-B74D-9564-838841A60713}"/>
              </a:ext>
            </a:extLst>
          </p:cNvPr>
          <p:cNvSpPr>
            <a:spLocks noChangeArrowheads="1"/>
          </p:cNvSpPr>
          <p:nvPr userDrawn="1"/>
        </p:nvSpPr>
        <p:spPr bwMode="auto">
          <a:xfrm flipV="1">
            <a:off x="0" y="0"/>
            <a:ext cx="32918400" cy="6596063"/>
          </a:xfrm>
          <a:prstGeom prst="rec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91436" tIns="45717" rIns="91436" bIns="45717" anchor="ctr"/>
          <a:lstStyle/>
          <a:p>
            <a:endParaRPr lang="en-US"/>
          </a:p>
        </p:txBody>
      </p:sp>
      <p:pic>
        <p:nvPicPr>
          <p:cNvPr id="9" name="Picture 8">
            <a:extLst>
              <a:ext uri="{FF2B5EF4-FFF2-40B4-BE49-F238E27FC236}">
                <a16:creationId xmlns:a16="http://schemas.microsoft.com/office/drawing/2014/main" id="{97FCA64A-87BF-8C48-936C-E1C3E86F8E46}"/>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685800" y="795127"/>
            <a:ext cx="2477770" cy="3216484"/>
          </a:xfrm>
          <a:prstGeom prst="rect">
            <a:avLst/>
          </a:prstGeom>
        </p:spPr>
      </p:pic>
    </p:spTree>
  </p:cSld>
  <p:clrMap bg1="lt1" tx1="dk1" bg2="lt2" tx2="dk2" accent1="accent1" accent2="accent2" accent3="accent3" accent4="accent4" accent5="accent5" accent6="accent6" hlink="hlink" folHlink="folHlink"/>
  <p:sldLayoutIdLst>
    <p:sldLayoutId id="2147483756" r:id="rId1"/>
  </p:sldLayoutIdLst>
  <p:txStyles>
    <p:titleStyle>
      <a:lvl1pPr algn="ctr" defTabSz="4387850" rtl="0" eaLnBrk="0" fontAlgn="base" hangingPunct="0">
        <a:spcBef>
          <a:spcPct val="0"/>
        </a:spcBef>
        <a:spcAft>
          <a:spcPct val="0"/>
        </a:spcAft>
        <a:defRPr sz="8800" kern="1200">
          <a:solidFill>
            <a:schemeClr val="bg1"/>
          </a:solidFill>
          <a:latin typeface="Trebuchet MS" pitchFamily="34" charset="0"/>
          <a:ea typeface="ＭＳ Ｐゴシック" charset="-128"/>
          <a:cs typeface="ＭＳ Ｐゴシック" charset="-128"/>
        </a:defRPr>
      </a:lvl1pPr>
      <a:lvl2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2pPr>
      <a:lvl3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3pPr>
      <a:lvl4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4pPr>
      <a:lvl5pPr algn="ctr" defTabSz="4387850" rtl="0" eaLnBrk="0" fontAlgn="base" hangingPunct="0">
        <a:spcBef>
          <a:spcPct val="0"/>
        </a:spcBef>
        <a:spcAft>
          <a:spcPct val="0"/>
        </a:spcAft>
        <a:defRPr sz="8800">
          <a:solidFill>
            <a:schemeClr val="bg1"/>
          </a:solidFill>
          <a:latin typeface="Trebuchet MS" charset="0"/>
          <a:ea typeface="ＭＳ Ｐゴシック" charset="-128"/>
          <a:cs typeface="ＭＳ Ｐゴシック" charset="-128"/>
        </a:defRPr>
      </a:lvl5pPr>
      <a:lvl6pPr marL="4572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6pPr>
      <a:lvl7pPr marL="9144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7pPr>
      <a:lvl8pPr marL="13716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8pPr>
      <a:lvl9pPr marL="1828800" algn="ctr" defTabSz="4387850" rtl="0" fontAlgn="base">
        <a:spcBef>
          <a:spcPct val="0"/>
        </a:spcBef>
        <a:spcAft>
          <a:spcPct val="0"/>
        </a:spcAft>
        <a:defRPr sz="8800">
          <a:solidFill>
            <a:schemeClr val="bg1"/>
          </a:solidFill>
          <a:latin typeface="Trebuchet MS" charset="0"/>
          <a:ea typeface="ＭＳ Ｐゴシック" charset="-128"/>
          <a:cs typeface="ＭＳ Ｐゴシック" charset="-128"/>
        </a:defRPr>
      </a:lvl9pPr>
    </p:titleStyle>
    <p:bodyStyle>
      <a:lvl1pPr marL="1644650" indent="-1644650" algn="l" defTabSz="4387850" rtl="0" eaLnBrk="0" fontAlgn="base" hangingPunct="0">
        <a:spcBef>
          <a:spcPct val="20000"/>
        </a:spcBef>
        <a:spcAft>
          <a:spcPct val="0"/>
        </a:spcAft>
        <a:buFont typeface="Arial" charset="0"/>
        <a:buChar char="•"/>
        <a:defRPr sz="15400" kern="1200">
          <a:solidFill>
            <a:schemeClr val="tx1"/>
          </a:solidFill>
          <a:latin typeface="+mn-lt"/>
          <a:ea typeface="ＭＳ Ｐゴシック" charset="-128"/>
          <a:cs typeface="ＭＳ Ｐゴシック" charset="-128"/>
        </a:defRPr>
      </a:lvl1pPr>
      <a:lvl2pPr marL="3565525" indent="-1370013" algn="l" defTabSz="4387850" rtl="0" eaLnBrk="0" fontAlgn="base" hangingPunct="0">
        <a:spcBef>
          <a:spcPct val="20000"/>
        </a:spcBef>
        <a:spcAft>
          <a:spcPct val="0"/>
        </a:spcAft>
        <a:buFont typeface="Arial" charset="0"/>
        <a:buChar char="–"/>
        <a:defRPr sz="13500" kern="1200">
          <a:solidFill>
            <a:schemeClr val="tx1"/>
          </a:solidFill>
          <a:latin typeface="+mn-lt"/>
          <a:ea typeface="ＭＳ Ｐゴシック" charset="-128"/>
          <a:cs typeface="+mn-cs"/>
        </a:defRPr>
      </a:lvl2pPr>
      <a:lvl3pPr marL="5484813" indent="-1096963" algn="l" defTabSz="4387850" rtl="0" eaLnBrk="0" fontAlgn="base" hangingPunct="0">
        <a:spcBef>
          <a:spcPct val="20000"/>
        </a:spcBef>
        <a:spcAft>
          <a:spcPct val="0"/>
        </a:spcAft>
        <a:buFont typeface="Arial" charset="0"/>
        <a:buChar char="•"/>
        <a:defRPr sz="11600" kern="1200">
          <a:solidFill>
            <a:schemeClr val="tx1"/>
          </a:solidFill>
          <a:latin typeface="+mn-lt"/>
          <a:ea typeface="ＭＳ Ｐゴシック" charset="-128"/>
          <a:cs typeface="+mn-cs"/>
        </a:defRPr>
      </a:lvl3pPr>
      <a:lvl4pPr marL="7680325" indent="-1096963" algn="l" defTabSz="4387850" rtl="0" eaLnBrk="0" fontAlgn="base" hangingPunct="0">
        <a:spcBef>
          <a:spcPct val="20000"/>
        </a:spcBef>
        <a:spcAft>
          <a:spcPct val="0"/>
        </a:spcAft>
        <a:buFont typeface="Arial" charset="0"/>
        <a:buChar char="–"/>
        <a:defRPr sz="9600" kern="1200">
          <a:solidFill>
            <a:schemeClr val="tx1"/>
          </a:solidFill>
          <a:latin typeface="+mn-lt"/>
          <a:ea typeface="ＭＳ Ｐゴシック" charset="-128"/>
          <a:cs typeface="+mn-cs"/>
        </a:defRPr>
      </a:lvl4pPr>
      <a:lvl5pPr marL="9874250" indent="-1096963" algn="l" defTabSz="4387850" rtl="0" eaLnBrk="0" fontAlgn="base" hangingPunct="0">
        <a:spcBef>
          <a:spcPct val="20000"/>
        </a:spcBef>
        <a:spcAft>
          <a:spcPct val="0"/>
        </a:spcAft>
        <a:buFont typeface="Arial" charset="0"/>
        <a:buChar char="»"/>
        <a:defRPr sz="9600" kern="1200">
          <a:solidFill>
            <a:schemeClr val="tx1"/>
          </a:solidFill>
          <a:latin typeface="+mn-lt"/>
          <a:ea typeface="ＭＳ Ｐゴシック" charset="-128"/>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3.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Picture Placeholder 40">
            <a:extLst>
              <a:ext uri="{FF2B5EF4-FFF2-40B4-BE49-F238E27FC236}">
                <a16:creationId xmlns:a16="http://schemas.microsoft.com/office/drawing/2014/main" id="{3CFF09CC-BF44-6237-D72C-9F06241F2BE8}"/>
              </a:ext>
            </a:extLst>
          </p:cNvPr>
          <p:cNvSpPr>
            <a:spLocks noGrp="1"/>
          </p:cNvSpPr>
          <p:nvPr>
            <p:ph type="pic" sz="quarter" idx="152"/>
          </p:nvPr>
        </p:nvSpPr>
        <p:spPr/>
      </p:sp>
      <p:sp>
        <p:nvSpPr>
          <p:cNvPr id="42" name="Picture Placeholder 41">
            <a:extLst>
              <a:ext uri="{FF2B5EF4-FFF2-40B4-BE49-F238E27FC236}">
                <a16:creationId xmlns:a16="http://schemas.microsoft.com/office/drawing/2014/main" id="{E70F6934-9DEC-35E6-C67B-7245091DFEA3}"/>
              </a:ext>
            </a:extLst>
          </p:cNvPr>
          <p:cNvSpPr>
            <a:spLocks noGrp="1"/>
          </p:cNvSpPr>
          <p:nvPr>
            <p:ph type="pic" sz="quarter" idx="153"/>
          </p:nvPr>
        </p:nvSpPr>
        <p:spPr/>
      </p:sp>
      <p:sp>
        <p:nvSpPr>
          <p:cNvPr id="43" name="Picture Placeholder 42">
            <a:extLst>
              <a:ext uri="{FF2B5EF4-FFF2-40B4-BE49-F238E27FC236}">
                <a16:creationId xmlns:a16="http://schemas.microsoft.com/office/drawing/2014/main" id="{6E891438-9365-4271-D6DA-C6574825B620}"/>
              </a:ext>
            </a:extLst>
          </p:cNvPr>
          <p:cNvSpPr>
            <a:spLocks noGrp="1"/>
          </p:cNvSpPr>
          <p:nvPr>
            <p:ph type="pic" sz="quarter" idx="154"/>
          </p:nvPr>
        </p:nvSpPr>
        <p:spPr/>
      </p:sp>
      <p:sp>
        <p:nvSpPr>
          <p:cNvPr id="44" name="Picture Placeholder 43">
            <a:extLst>
              <a:ext uri="{FF2B5EF4-FFF2-40B4-BE49-F238E27FC236}">
                <a16:creationId xmlns:a16="http://schemas.microsoft.com/office/drawing/2014/main" id="{A409C163-901C-7776-5A26-E44575698030}"/>
              </a:ext>
            </a:extLst>
          </p:cNvPr>
          <p:cNvSpPr>
            <a:spLocks noGrp="1"/>
          </p:cNvSpPr>
          <p:nvPr>
            <p:ph type="pic" sz="quarter" idx="155"/>
          </p:nvPr>
        </p:nvSpPr>
        <p:spPr/>
      </p:sp>
      <p:sp>
        <p:nvSpPr>
          <p:cNvPr id="45" name="Picture Placeholder 44">
            <a:extLst>
              <a:ext uri="{FF2B5EF4-FFF2-40B4-BE49-F238E27FC236}">
                <a16:creationId xmlns:a16="http://schemas.microsoft.com/office/drawing/2014/main" id="{F225DAFC-85DE-3F72-7DA9-71978D37E942}"/>
              </a:ext>
            </a:extLst>
          </p:cNvPr>
          <p:cNvSpPr>
            <a:spLocks noGrp="1"/>
          </p:cNvSpPr>
          <p:nvPr>
            <p:ph type="pic" sz="quarter" idx="156"/>
          </p:nvPr>
        </p:nvSpPr>
        <p:spPr/>
      </p:sp>
      <p:sp>
        <p:nvSpPr>
          <p:cNvPr id="25" name="Text Placeholder 24">
            <a:extLst>
              <a:ext uri="{FF2B5EF4-FFF2-40B4-BE49-F238E27FC236}">
                <a16:creationId xmlns:a16="http://schemas.microsoft.com/office/drawing/2014/main" id="{9032035C-096F-52D2-CEC4-BD1954EC9723}"/>
              </a:ext>
            </a:extLst>
          </p:cNvPr>
          <p:cNvSpPr>
            <a:spLocks noGrp="1"/>
          </p:cNvSpPr>
          <p:nvPr>
            <p:ph type="body" sz="quarter" idx="10"/>
          </p:nvPr>
        </p:nvSpPr>
        <p:spPr>
          <a:xfrm>
            <a:off x="695074" y="9270395"/>
            <a:ext cx="7542610" cy="3933362"/>
          </a:xfrm>
        </p:spPr>
        <p:txBody>
          <a:bodyPr/>
          <a:lstStyle/>
          <a:p>
            <a:pPr marL="0" indent="457200" algn="just"/>
            <a:r>
              <a:rPr lang="en-US" dirty="0"/>
              <a:t>Two-frequency heating of ECR ion sources has been shown to produce 2-5 times more high-charge state ions versus single frequency heating, while also enhancing plasma stability and shifting the charge state distribution to higher charge state ions [2].</a:t>
            </a:r>
          </a:p>
          <a:p>
            <a:pPr marL="0" indent="0" algn="just"/>
            <a:r>
              <a:rPr lang="en-US" dirty="0"/>
              <a:t>In this experiment, we explore the effects of 18 and 28 GHz heating on the charge state distributions.</a:t>
            </a:r>
          </a:p>
          <a:p>
            <a:endParaRPr lang="en-US" dirty="0"/>
          </a:p>
        </p:txBody>
      </p:sp>
      <p:sp>
        <p:nvSpPr>
          <p:cNvPr id="26" name="Text Placeholder 25">
            <a:extLst>
              <a:ext uri="{FF2B5EF4-FFF2-40B4-BE49-F238E27FC236}">
                <a16:creationId xmlns:a16="http://schemas.microsoft.com/office/drawing/2014/main" id="{084F0156-798D-BBE4-3584-9F91B1D39E57}"/>
              </a:ext>
            </a:extLst>
          </p:cNvPr>
          <p:cNvSpPr>
            <a:spLocks noGrp="1"/>
          </p:cNvSpPr>
          <p:nvPr>
            <p:ph type="body" sz="quarter" idx="11"/>
          </p:nvPr>
        </p:nvSpPr>
        <p:spPr/>
        <p:txBody>
          <a:bodyPr/>
          <a:lstStyle/>
          <a:p>
            <a:r>
              <a:rPr lang="en-US" dirty="0"/>
              <a:t>Intro/Abstract</a:t>
            </a:r>
          </a:p>
        </p:txBody>
      </p:sp>
      <p:sp>
        <p:nvSpPr>
          <p:cNvPr id="27" name="Text Placeholder 26">
            <a:extLst>
              <a:ext uri="{FF2B5EF4-FFF2-40B4-BE49-F238E27FC236}">
                <a16:creationId xmlns:a16="http://schemas.microsoft.com/office/drawing/2014/main" id="{25F251CC-A0E6-8FA5-7B36-D88D5BD15FB0}"/>
              </a:ext>
            </a:extLst>
          </p:cNvPr>
          <p:cNvSpPr>
            <a:spLocks noGrp="1"/>
          </p:cNvSpPr>
          <p:nvPr>
            <p:ph type="body" sz="quarter" idx="19"/>
          </p:nvPr>
        </p:nvSpPr>
        <p:spPr/>
        <p:txBody>
          <a:bodyPr/>
          <a:lstStyle/>
          <a:p>
            <a:endParaRPr lang="en-US" dirty="0"/>
          </a:p>
        </p:txBody>
      </p:sp>
      <p:sp>
        <p:nvSpPr>
          <p:cNvPr id="28" name="Text Placeholder 27">
            <a:extLst>
              <a:ext uri="{FF2B5EF4-FFF2-40B4-BE49-F238E27FC236}">
                <a16:creationId xmlns:a16="http://schemas.microsoft.com/office/drawing/2014/main" id="{E3499017-96DA-AA54-C9F0-B09F086987FA}"/>
              </a:ext>
            </a:extLst>
          </p:cNvPr>
          <p:cNvSpPr>
            <a:spLocks noGrp="1"/>
          </p:cNvSpPr>
          <p:nvPr>
            <p:ph type="body" sz="quarter" idx="20"/>
          </p:nvPr>
        </p:nvSpPr>
        <p:spPr/>
        <p:txBody>
          <a:bodyPr/>
          <a:lstStyle/>
          <a:p>
            <a:endParaRPr lang="en-US"/>
          </a:p>
        </p:txBody>
      </p:sp>
      <p:sp>
        <p:nvSpPr>
          <p:cNvPr id="29" name="Text Placeholder 28">
            <a:extLst>
              <a:ext uri="{FF2B5EF4-FFF2-40B4-BE49-F238E27FC236}">
                <a16:creationId xmlns:a16="http://schemas.microsoft.com/office/drawing/2014/main" id="{C5BFFF26-1DE9-5B74-4EA5-67356CCCE988}"/>
              </a:ext>
            </a:extLst>
          </p:cNvPr>
          <p:cNvSpPr>
            <a:spLocks noGrp="1"/>
          </p:cNvSpPr>
          <p:nvPr>
            <p:ph type="body" sz="quarter" idx="21"/>
          </p:nvPr>
        </p:nvSpPr>
        <p:spPr>
          <a:xfrm>
            <a:off x="8730592" y="9270395"/>
            <a:ext cx="15426927" cy="830975"/>
          </a:xfrm>
        </p:spPr>
        <p:txBody>
          <a:bodyPr/>
          <a:lstStyle/>
          <a:p>
            <a:endParaRPr lang="en-US" dirty="0"/>
          </a:p>
        </p:txBody>
      </p:sp>
      <p:sp>
        <p:nvSpPr>
          <p:cNvPr id="30" name="Text Placeholder 29">
            <a:extLst>
              <a:ext uri="{FF2B5EF4-FFF2-40B4-BE49-F238E27FC236}">
                <a16:creationId xmlns:a16="http://schemas.microsoft.com/office/drawing/2014/main" id="{7802BBBC-B102-C519-02C7-77F5469CC04D}"/>
              </a:ext>
            </a:extLst>
          </p:cNvPr>
          <p:cNvSpPr>
            <a:spLocks noGrp="1"/>
          </p:cNvSpPr>
          <p:nvPr>
            <p:ph type="body" sz="quarter" idx="22"/>
          </p:nvPr>
        </p:nvSpPr>
        <p:spPr/>
        <p:txBody>
          <a:bodyPr/>
          <a:lstStyle/>
          <a:p>
            <a:r>
              <a:rPr lang="en-US" dirty="0"/>
              <a:t>Methodology</a:t>
            </a:r>
          </a:p>
        </p:txBody>
      </p:sp>
      <p:sp>
        <p:nvSpPr>
          <p:cNvPr id="31" name="Text Placeholder 30">
            <a:extLst>
              <a:ext uri="{FF2B5EF4-FFF2-40B4-BE49-F238E27FC236}">
                <a16:creationId xmlns:a16="http://schemas.microsoft.com/office/drawing/2014/main" id="{BB159260-6FEC-6715-6BA7-F1659E2BF196}"/>
              </a:ext>
            </a:extLst>
          </p:cNvPr>
          <p:cNvSpPr>
            <a:spLocks noGrp="1"/>
          </p:cNvSpPr>
          <p:nvPr>
            <p:ph type="body" sz="quarter" idx="23"/>
          </p:nvPr>
        </p:nvSpPr>
        <p:spPr>
          <a:xfrm>
            <a:off x="8747523" y="20640399"/>
            <a:ext cx="15393061" cy="9399474"/>
          </a:xfrm>
        </p:spPr>
        <p:txBody>
          <a:bodyPr/>
          <a:lstStyle/>
          <a:p>
            <a:r>
              <a:rPr lang="en-US" dirty="0"/>
              <a:t>Axial x-rays emitted from the plasma travel through the 10 mm diameter extraction aperture and two collimators to be measured by the XR-100T </a:t>
            </a:r>
            <a:r>
              <a:rPr lang="en-US" dirty="0" err="1"/>
              <a:t>CdTe</a:t>
            </a:r>
            <a:r>
              <a:rPr lang="en-US" dirty="0"/>
              <a:t> detector (Figure 1) and AMPTEK ADMCA software. A custom alignment fixture (Figure 2) was built to secure the two collimators in place relative to each other while allowing for fine tuning horizontally, vertically, along the x-ray path, and rotationally. </a:t>
            </a:r>
          </a:p>
          <a:p>
            <a:r>
              <a:rPr lang="en-US" dirty="0"/>
              <a:t>The beamline and fixture were 3D modeled in Creo Parametric and then designed such that the centerline of the collimator apertures lie exactly centered in the horizontal and vertical midplane of the beampipe. Add screenshot of CREO?</a:t>
            </a:r>
          </a:p>
          <a:p>
            <a:r>
              <a:rPr lang="en-US" dirty="0"/>
              <a:t>Their alignment was tested with a laser held approximately 2.5 m upstream of the Cu collimator to simulate x-rays coming from VENUS’ extraction. The spacing between the collimators was calculated such that the field of view of the x-ray detector is an 8.4 mm square, which ensures that only x-rays emitted directly from the plasma are seen (less than 10 mm extraction diameter). So that anything outside the 10 mm extraction diameter is blocked by the collimators. </a:t>
            </a:r>
          </a:p>
          <a:p>
            <a:r>
              <a:rPr lang="en-US" dirty="0"/>
              <a:t>For every run, VENUS was tuned primarily with the bias disk and injection pressure to optimize stability and production of O6+ on the faraday cup after the analyzing magnet (BATMAN). The magnetic fields were held constant as shown in Figure 2 for the entire data collection (Figure 3). X-ray data were collected for 10 minutes at each power level (a combination of either 18 GHz klystron, 28 GHz gyrotron, or both) at various total power levels, and then a charge-state distribution (CSD) was taken (Figure 4). X-ray data was analyzed to find the spectral temperature (Figure 5) by taking the negative slope of the log of the normalized and detector-efficiency-corrected data (in the linear region). The steeper this slope is, the higher the hotter the electrons in the plasma are, which leads to a greater heat load on the superconducting magnet cryostat. </a:t>
            </a:r>
          </a:p>
          <a:p>
            <a:r>
              <a:rPr lang="en-US" dirty="0"/>
              <a:t>Formula for spectral temperature</a:t>
            </a:r>
          </a:p>
          <a:p>
            <a:r>
              <a:rPr lang="en-US" dirty="0"/>
              <a:t>Formula for beam current as function of frequency^2</a:t>
            </a:r>
          </a:p>
          <a:p>
            <a:endParaRPr lang="en-US" dirty="0"/>
          </a:p>
        </p:txBody>
      </p:sp>
      <p:sp>
        <p:nvSpPr>
          <p:cNvPr id="32" name="Text Placeholder 31">
            <a:extLst>
              <a:ext uri="{FF2B5EF4-FFF2-40B4-BE49-F238E27FC236}">
                <a16:creationId xmlns:a16="http://schemas.microsoft.com/office/drawing/2014/main" id="{3EAB3735-F23D-58BA-DB78-50D5F1FE3C72}"/>
              </a:ext>
            </a:extLst>
          </p:cNvPr>
          <p:cNvSpPr>
            <a:spLocks noGrp="1"/>
          </p:cNvSpPr>
          <p:nvPr>
            <p:ph type="body" sz="quarter" idx="24"/>
          </p:nvPr>
        </p:nvSpPr>
        <p:spPr/>
        <p:txBody>
          <a:bodyPr/>
          <a:lstStyle/>
          <a:p>
            <a:endParaRPr lang="en-US"/>
          </a:p>
        </p:txBody>
      </p:sp>
      <p:sp>
        <p:nvSpPr>
          <p:cNvPr id="33" name="Text Placeholder 32">
            <a:extLst>
              <a:ext uri="{FF2B5EF4-FFF2-40B4-BE49-F238E27FC236}">
                <a16:creationId xmlns:a16="http://schemas.microsoft.com/office/drawing/2014/main" id="{83538151-CD10-CEA8-999E-A15D84210026}"/>
              </a:ext>
            </a:extLst>
          </p:cNvPr>
          <p:cNvSpPr>
            <a:spLocks noGrp="1"/>
          </p:cNvSpPr>
          <p:nvPr>
            <p:ph type="body" sz="quarter" idx="25"/>
          </p:nvPr>
        </p:nvSpPr>
        <p:spPr/>
        <p:txBody>
          <a:bodyPr/>
          <a:lstStyle/>
          <a:p>
            <a:endParaRPr lang="en-US"/>
          </a:p>
        </p:txBody>
      </p:sp>
      <p:sp>
        <p:nvSpPr>
          <p:cNvPr id="34" name="Text Placeholder 33">
            <a:extLst>
              <a:ext uri="{FF2B5EF4-FFF2-40B4-BE49-F238E27FC236}">
                <a16:creationId xmlns:a16="http://schemas.microsoft.com/office/drawing/2014/main" id="{12C41720-A1C8-1795-3363-5AEB46900582}"/>
              </a:ext>
            </a:extLst>
          </p:cNvPr>
          <p:cNvSpPr>
            <a:spLocks noGrp="1"/>
          </p:cNvSpPr>
          <p:nvPr>
            <p:ph type="body" sz="quarter" idx="26"/>
          </p:nvPr>
        </p:nvSpPr>
        <p:spPr/>
        <p:txBody>
          <a:bodyPr/>
          <a:lstStyle/>
          <a:p>
            <a:endParaRPr lang="en-US"/>
          </a:p>
        </p:txBody>
      </p:sp>
      <p:sp>
        <p:nvSpPr>
          <p:cNvPr id="35" name="Text Placeholder 34">
            <a:extLst>
              <a:ext uri="{FF2B5EF4-FFF2-40B4-BE49-F238E27FC236}">
                <a16:creationId xmlns:a16="http://schemas.microsoft.com/office/drawing/2014/main" id="{8A156A2B-093E-6F2E-1026-C63BE5277B54}"/>
              </a:ext>
            </a:extLst>
          </p:cNvPr>
          <p:cNvSpPr>
            <a:spLocks noGrp="1"/>
          </p:cNvSpPr>
          <p:nvPr>
            <p:ph type="body" sz="quarter" idx="27"/>
          </p:nvPr>
        </p:nvSpPr>
        <p:spPr/>
        <p:txBody>
          <a:bodyPr/>
          <a:lstStyle/>
          <a:p>
            <a:r>
              <a:rPr lang="en-US" dirty="0"/>
              <a:t>Results</a:t>
            </a:r>
          </a:p>
        </p:txBody>
      </p:sp>
      <p:sp>
        <p:nvSpPr>
          <p:cNvPr id="36" name="Text Placeholder 35">
            <a:extLst>
              <a:ext uri="{FF2B5EF4-FFF2-40B4-BE49-F238E27FC236}">
                <a16:creationId xmlns:a16="http://schemas.microsoft.com/office/drawing/2014/main" id="{09080038-0DB9-C732-FBD4-282154F9728A}"/>
              </a:ext>
            </a:extLst>
          </p:cNvPr>
          <p:cNvSpPr>
            <a:spLocks noGrp="1"/>
          </p:cNvSpPr>
          <p:nvPr>
            <p:ph type="body" sz="quarter" idx="28"/>
          </p:nvPr>
        </p:nvSpPr>
        <p:spPr>
          <a:xfrm>
            <a:off x="24704572" y="9270395"/>
            <a:ext cx="7543903" cy="4302694"/>
          </a:xfrm>
        </p:spPr>
        <p:txBody>
          <a:bodyPr/>
          <a:lstStyle/>
          <a:p>
            <a:r>
              <a:rPr lang="en-US" dirty="0"/>
              <a:t>At a fixed magnetic field configuration, the oxygen beam currents do not depend on the ratio of 28 to 18 GHz power. Rather, the charge state distribution shifts to favor higher charge states with higher total power.</a:t>
            </a:r>
          </a:p>
          <a:p>
            <a:r>
              <a:rPr lang="en-US" dirty="0"/>
              <a:t>The beam current is expected to increase as the square of the frequency, which does occur with single frequency heating (Figure 8). With two frequencies, however, this effect is negated.</a:t>
            </a:r>
          </a:p>
          <a:p>
            <a:endParaRPr lang="en-US" dirty="0"/>
          </a:p>
        </p:txBody>
      </p:sp>
      <p:sp>
        <p:nvSpPr>
          <p:cNvPr id="37" name="Text Placeholder 36">
            <a:extLst>
              <a:ext uri="{FF2B5EF4-FFF2-40B4-BE49-F238E27FC236}">
                <a16:creationId xmlns:a16="http://schemas.microsoft.com/office/drawing/2014/main" id="{792F1508-A5C9-9C3E-B44A-FB5D96E7FA1F}"/>
              </a:ext>
            </a:extLst>
          </p:cNvPr>
          <p:cNvSpPr>
            <a:spLocks noGrp="1"/>
          </p:cNvSpPr>
          <p:nvPr>
            <p:ph type="body" sz="quarter" idx="29"/>
          </p:nvPr>
        </p:nvSpPr>
        <p:spPr/>
        <p:txBody>
          <a:bodyPr/>
          <a:lstStyle/>
          <a:p>
            <a:r>
              <a:rPr lang="en-US" dirty="0"/>
              <a:t>References</a:t>
            </a:r>
          </a:p>
        </p:txBody>
      </p:sp>
      <p:sp>
        <p:nvSpPr>
          <p:cNvPr id="38" name="Text Placeholder 37">
            <a:extLst>
              <a:ext uri="{FF2B5EF4-FFF2-40B4-BE49-F238E27FC236}">
                <a16:creationId xmlns:a16="http://schemas.microsoft.com/office/drawing/2014/main" id="{70B830CB-8C8D-EAA2-4A36-F6E7762856C9}"/>
              </a:ext>
            </a:extLst>
          </p:cNvPr>
          <p:cNvSpPr>
            <a:spLocks noGrp="1"/>
          </p:cNvSpPr>
          <p:nvPr>
            <p:ph type="body" sz="quarter" idx="30"/>
          </p:nvPr>
        </p:nvSpPr>
        <p:spPr>
          <a:xfrm>
            <a:off x="24693563" y="32803874"/>
            <a:ext cx="7539038" cy="3785630"/>
          </a:xfrm>
        </p:spPr>
        <p:txBody>
          <a:bodyPr/>
          <a:lstStyle/>
          <a:p>
            <a:r>
              <a:rPr lang="en-US" dirty="0"/>
              <a:t>[1] </a:t>
            </a:r>
            <a:r>
              <a:rPr lang="en-US" dirty="0" err="1"/>
              <a:t>Lyneis</a:t>
            </a:r>
            <a:r>
              <a:rPr lang="en-US" dirty="0"/>
              <a:t>, Xie, 1995 12</a:t>
            </a:r>
            <a:r>
              <a:rPr lang="en-US" baseline="30000" dirty="0"/>
              <a:t>th</a:t>
            </a:r>
            <a:r>
              <a:rPr lang="en-US" dirty="0"/>
              <a:t> International Workshop on ECR Ion Sources</a:t>
            </a:r>
          </a:p>
          <a:p>
            <a:r>
              <a:rPr lang="en-US" dirty="0"/>
              <a:t>[2] R Geller (should be first)</a:t>
            </a:r>
          </a:p>
          <a:p>
            <a:r>
              <a:rPr lang="en-US" dirty="0"/>
              <a:t>[4] Kitagawa, Racz, Kato, Takasugi</a:t>
            </a:r>
          </a:p>
          <a:p>
            <a:r>
              <a:rPr lang="en-US" dirty="0"/>
              <a:t>[5] Benitez (only depends on </a:t>
            </a:r>
            <a:r>
              <a:rPr lang="en-US" dirty="0" err="1"/>
              <a:t>Bmin</a:t>
            </a:r>
            <a:r>
              <a:rPr lang="en-US" dirty="0"/>
              <a:t>)</a:t>
            </a:r>
          </a:p>
          <a:p>
            <a:r>
              <a:rPr lang="en-US" dirty="0"/>
              <a:t>[9] J Benitez, C </a:t>
            </a:r>
            <a:r>
              <a:rPr lang="en-US" dirty="0" err="1"/>
              <a:t>Lyneis</a:t>
            </a:r>
            <a:r>
              <a:rPr lang="en-US" dirty="0"/>
              <a:t>, L Phair, D Todd and D Xie 2017 IEEE Transactions on Plasma Science 45 7</a:t>
            </a:r>
          </a:p>
          <a:p>
            <a:endParaRPr lang="en-US" dirty="0"/>
          </a:p>
        </p:txBody>
      </p:sp>
      <p:sp>
        <p:nvSpPr>
          <p:cNvPr id="46" name="Text Placeholder 45">
            <a:extLst>
              <a:ext uri="{FF2B5EF4-FFF2-40B4-BE49-F238E27FC236}">
                <a16:creationId xmlns:a16="http://schemas.microsoft.com/office/drawing/2014/main" id="{E9A55C32-5229-7918-B38C-831FE585F03D}"/>
              </a:ext>
            </a:extLst>
          </p:cNvPr>
          <p:cNvSpPr>
            <a:spLocks noGrp="1"/>
          </p:cNvSpPr>
          <p:nvPr>
            <p:ph type="body" sz="quarter" idx="157"/>
          </p:nvPr>
        </p:nvSpPr>
        <p:spPr/>
        <p:txBody>
          <a:bodyPr/>
          <a:lstStyle/>
          <a:p>
            <a:r>
              <a:rPr lang="en-US" dirty="0"/>
              <a:t>Future Work</a:t>
            </a:r>
          </a:p>
        </p:txBody>
      </p:sp>
      <p:sp>
        <p:nvSpPr>
          <p:cNvPr id="47" name="Text Placeholder 46">
            <a:extLst>
              <a:ext uri="{FF2B5EF4-FFF2-40B4-BE49-F238E27FC236}">
                <a16:creationId xmlns:a16="http://schemas.microsoft.com/office/drawing/2014/main" id="{EBA9BE48-5E92-4B60-781C-EA1EF75F04F9}"/>
              </a:ext>
            </a:extLst>
          </p:cNvPr>
          <p:cNvSpPr>
            <a:spLocks noGrp="1"/>
          </p:cNvSpPr>
          <p:nvPr>
            <p:ph type="body" sz="quarter" idx="158"/>
          </p:nvPr>
        </p:nvSpPr>
        <p:spPr>
          <a:xfrm>
            <a:off x="24693563" y="20683711"/>
            <a:ext cx="7539038" cy="5262957"/>
          </a:xfrm>
        </p:spPr>
        <p:txBody>
          <a:bodyPr/>
          <a:lstStyle/>
          <a:p>
            <a:pPr marL="342900" indent="-342900">
              <a:buFont typeface="Arial" panose="020B0604020202020204" pitchFamily="34" charset="0"/>
              <a:buChar char="•"/>
            </a:pPr>
            <a:r>
              <a:rPr lang="en-US" dirty="0"/>
              <a:t>Repeat data collection with different axial magnetic field configurations</a:t>
            </a:r>
          </a:p>
          <a:p>
            <a:pPr marL="342900" indent="-342900">
              <a:buFont typeface="Arial" panose="020B0604020202020204" pitchFamily="34" charset="0"/>
              <a:buChar char="•"/>
            </a:pPr>
            <a:r>
              <a:rPr lang="en-US" dirty="0"/>
              <a:t>Repeat measurements with addition of 14 GHz source (14, 18, and 28 GHz)</a:t>
            </a:r>
          </a:p>
          <a:p>
            <a:pPr marL="342900" indent="-342900">
              <a:buFont typeface="Arial" panose="020B0604020202020204" pitchFamily="34" charset="0"/>
              <a:buChar char="•"/>
            </a:pPr>
            <a:r>
              <a:rPr lang="en-US" dirty="0"/>
              <a:t>Repeat measurements with two 18 GHz klystrons and one 28 GHz gyrotron</a:t>
            </a:r>
          </a:p>
          <a:p>
            <a:pPr marL="342900" indent="-342900">
              <a:buFont typeface="Arial" panose="020B0604020202020204" pitchFamily="34" charset="0"/>
              <a:buChar char="•"/>
            </a:pPr>
            <a:r>
              <a:rPr lang="en-US" dirty="0"/>
              <a:t>Repeat measurements with AECR (14 GHz klystron and 11-13 GHz variable TWT)</a:t>
            </a:r>
          </a:p>
          <a:p>
            <a:pPr marL="342900" indent="-342900">
              <a:buFont typeface="Arial" panose="020B0604020202020204" pitchFamily="34" charset="0"/>
              <a:buChar char="•"/>
            </a:pPr>
            <a:r>
              <a:rPr lang="en-US" dirty="0"/>
              <a:t>Develop a machine learning framework to predict behavior at higher total powers/higher frequencies</a:t>
            </a:r>
          </a:p>
          <a:p>
            <a:endParaRPr lang="en-US" dirty="0"/>
          </a:p>
        </p:txBody>
      </p:sp>
      <p:sp>
        <p:nvSpPr>
          <p:cNvPr id="24" name="Title 23">
            <a:extLst>
              <a:ext uri="{FF2B5EF4-FFF2-40B4-BE49-F238E27FC236}">
                <a16:creationId xmlns:a16="http://schemas.microsoft.com/office/drawing/2014/main" id="{80F2454E-E93D-5633-B434-FCFA9314EED0}"/>
              </a:ext>
            </a:extLst>
          </p:cNvPr>
          <p:cNvSpPr>
            <a:spLocks noGrp="1"/>
          </p:cNvSpPr>
          <p:nvPr>
            <p:ph type="title"/>
          </p:nvPr>
        </p:nvSpPr>
        <p:spPr>
          <a:xfrm>
            <a:off x="5138738" y="937980"/>
            <a:ext cx="27111220" cy="1930400"/>
          </a:xfrm>
        </p:spPr>
        <p:txBody>
          <a:bodyPr/>
          <a:lstStyle/>
          <a:p>
            <a:r>
              <a:rPr lang="en-US" sz="6600" dirty="0"/>
              <a:t>Two-Frequency Heating Phenomena at the Superconducting VENUS ECR Ion Source</a:t>
            </a:r>
          </a:p>
        </p:txBody>
      </p:sp>
      <p:sp>
        <p:nvSpPr>
          <p:cNvPr id="39" name="Text Placeholder 38">
            <a:extLst>
              <a:ext uri="{FF2B5EF4-FFF2-40B4-BE49-F238E27FC236}">
                <a16:creationId xmlns:a16="http://schemas.microsoft.com/office/drawing/2014/main" id="{76FE888C-D1A7-9558-065F-477FB4599F3F}"/>
              </a:ext>
            </a:extLst>
          </p:cNvPr>
          <p:cNvSpPr>
            <a:spLocks noGrp="1"/>
          </p:cNvSpPr>
          <p:nvPr>
            <p:ph type="body" sz="quarter" idx="150"/>
          </p:nvPr>
        </p:nvSpPr>
        <p:spPr>
          <a:xfrm>
            <a:off x="5138739" y="5290394"/>
            <a:ext cx="27111218" cy="1706880"/>
          </a:xfrm>
        </p:spPr>
        <p:txBody>
          <a:bodyPr/>
          <a:lstStyle/>
          <a:p>
            <a:r>
              <a:rPr lang="en-US" sz="4400" dirty="0"/>
              <a:t>N. Intwala, J. Benitez, M. Chen, B. Peri, J. Rehak, T. Thuillier, D. Todd</a:t>
            </a:r>
          </a:p>
          <a:p>
            <a:endParaRPr lang="en-US" dirty="0"/>
          </a:p>
          <a:p>
            <a:endParaRPr lang="en-US" dirty="0"/>
          </a:p>
        </p:txBody>
      </p:sp>
      <p:sp>
        <p:nvSpPr>
          <p:cNvPr id="40" name="Text Placeholder 39">
            <a:extLst>
              <a:ext uri="{FF2B5EF4-FFF2-40B4-BE49-F238E27FC236}">
                <a16:creationId xmlns:a16="http://schemas.microsoft.com/office/drawing/2014/main" id="{7C9BE907-D717-E7C8-7786-5BEA38F9B879}"/>
              </a:ext>
            </a:extLst>
          </p:cNvPr>
          <p:cNvSpPr>
            <a:spLocks noGrp="1"/>
          </p:cNvSpPr>
          <p:nvPr>
            <p:ph type="body" sz="quarter" idx="151"/>
          </p:nvPr>
        </p:nvSpPr>
        <p:spPr>
          <a:xfrm>
            <a:off x="5138739" y="3663522"/>
            <a:ext cx="27111219" cy="1706880"/>
          </a:xfrm>
        </p:spPr>
        <p:txBody>
          <a:bodyPr/>
          <a:lstStyle/>
          <a:p>
            <a:r>
              <a:rPr lang="en-US" sz="5400" dirty="0"/>
              <a:t>Lawrence Berkeley National Laboratory</a:t>
            </a:r>
          </a:p>
          <a:p>
            <a:endParaRPr lang="en-US" dirty="0"/>
          </a:p>
        </p:txBody>
      </p:sp>
      <p:pic>
        <p:nvPicPr>
          <p:cNvPr id="51" name="Picture 50">
            <a:extLst>
              <a:ext uri="{FF2B5EF4-FFF2-40B4-BE49-F238E27FC236}">
                <a16:creationId xmlns:a16="http://schemas.microsoft.com/office/drawing/2014/main" id="{87444B0F-FF55-411B-077B-616274E1240B}"/>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716878" y="22178997"/>
            <a:ext cx="5486411" cy="3657607"/>
          </a:xfrm>
          <a:prstGeom prst="rect">
            <a:avLst/>
          </a:prstGeom>
        </p:spPr>
      </p:pic>
      <p:pic>
        <p:nvPicPr>
          <p:cNvPr id="53" name="Picture 52">
            <a:extLst>
              <a:ext uri="{FF2B5EF4-FFF2-40B4-BE49-F238E27FC236}">
                <a16:creationId xmlns:a16="http://schemas.microsoft.com/office/drawing/2014/main" id="{29A38316-F15F-E72E-91BD-305B645A99C5}"/>
              </a:ext>
            </a:extLst>
          </p:cNvPr>
          <p:cNvPicPr>
            <a:picLocks noChangeAspect="1"/>
          </p:cNvPicPr>
          <p:nvPr/>
        </p:nvPicPr>
        <p:blipFill>
          <a:blip r:embed="rId3"/>
          <a:stretch>
            <a:fillRect/>
          </a:stretch>
        </p:blipFill>
        <p:spPr>
          <a:xfrm>
            <a:off x="1363718" y="26691726"/>
            <a:ext cx="6383286" cy="4559490"/>
          </a:xfrm>
          <a:prstGeom prst="rect">
            <a:avLst/>
          </a:prstGeom>
        </p:spPr>
      </p:pic>
      <p:pic>
        <p:nvPicPr>
          <p:cNvPr id="54" name="Picture Placeholder 23">
            <a:extLst>
              <a:ext uri="{FF2B5EF4-FFF2-40B4-BE49-F238E27FC236}">
                <a16:creationId xmlns:a16="http://schemas.microsoft.com/office/drawing/2014/main" id="{C93F2497-8D45-58AC-5E01-7F8F610725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85887" y="9313194"/>
            <a:ext cx="13279703" cy="5229955"/>
          </a:xfrm>
          <a:prstGeom prst="rect">
            <a:avLst/>
          </a:prstGeom>
          <a:noFill/>
          <a:ln>
            <a:noFill/>
          </a:ln>
          <a:effectLst/>
        </p:spPr>
      </p:pic>
      <p:pic>
        <p:nvPicPr>
          <p:cNvPr id="56" name="Picture 55">
            <a:extLst>
              <a:ext uri="{FF2B5EF4-FFF2-40B4-BE49-F238E27FC236}">
                <a16:creationId xmlns:a16="http://schemas.microsoft.com/office/drawing/2014/main" id="{18C48912-2406-11E6-81FE-215BDBDC0AAA}"/>
              </a:ext>
            </a:extLst>
          </p:cNvPr>
          <p:cNvPicPr>
            <a:picLocks noChangeAspect="1"/>
          </p:cNvPicPr>
          <p:nvPr/>
        </p:nvPicPr>
        <p:blipFill>
          <a:blip r:embed="rId5"/>
          <a:srcRect l="8280" t="35848" r="5370" b="44216"/>
          <a:stretch>
            <a:fillRect/>
          </a:stretch>
        </p:blipFill>
        <p:spPr>
          <a:xfrm>
            <a:off x="10497613" y="15287421"/>
            <a:ext cx="11612880" cy="2011680"/>
          </a:xfrm>
          <a:prstGeom prst="rect">
            <a:avLst/>
          </a:prstGeom>
        </p:spPr>
      </p:pic>
      <p:pic>
        <p:nvPicPr>
          <p:cNvPr id="60" name="Picture Placeholder 29">
            <a:extLst>
              <a:ext uri="{FF2B5EF4-FFF2-40B4-BE49-F238E27FC236}">
                <a16:creationId xmlns:a16="http://schemas.microsoft.com/office/drawing/2014/main" id="{51C4501C-09E8-67B1-D167-1C9D1CD0071D}"/>
              </a:ext>
            </a:extLst>
          </p:cNvPr>
          <p:cNvPicPr>
            <a:picLocks noChangeAspect="1"/>
          </p:cNvPicPr>
          <p:nvPr/>
        </p:nvPicPr>
        <p:blipFill>
          <a:blip r:embed="rId6" cstate="email">
            <a:extLst>
              <a:ext uri="{28A0092B-C50C-407E-A947-70E740481C1C}">
                <a14:useLocalDpi xmlns:a14="http://schemas.microsoft.com/office/drawing/2010/main" val="0"/>
              </a:ext>
            </a:extLst>
          </a:blip>
          <a:srcRect t="52898" r="50796"/>
          <a:stretch>
            <a:fillRect/>
          </a:stretch>
        </p:blipFill>
        <p:spPr>
          <a:xfrm>
            <a:off x="1554681" y="32400593"/>
            <a:ext cx="6001361" cy="2972008"/>
          </a:xfrm>
          <a:prstGeom prst="rect">
            <a:avLst/>
          </a:prstGeom>
          <a:noFill/>
          <a:ln>
            <a:noFill/>
          </a:ln>
          <a:effectLst/>
        </p:spPr>
      </p:pic>
      <p:pic>
        <p:nvPicPr>
          <p:cNvPr id="74" name="Picture 73">
            <a:extLst>
              <a:ext uri="{FF2B5EF4-FFF2-40B4-BE49-F238E27FC236}">
                <a16:creationId xmlns:a16="http://schemas.microsoft.com/office/drawing/2014/main" id="{B65A45AD-FFAF-0420-4B4C-EFED7EDC1B48}"/>
              </a:ext>
            </a:extLst>
          </p:cNvPr>
          <p:cNvPicPr>
            <a:picLocks noChangeAspect="1"/>
          </p:cNvPicPr>
          <p:nvPr/>
        </p:nvPicPr>
        <p:blipFill>
          <a:blip r:embed="rId7"/>
          <a:stretch>
            <a:fillRect/>
          </a:stretch>
        </p:blipFill>
        <p:spPr>
          <a:xfrm>
            <a:off x="466909" y="37206608"/>
            <a:ext cx="32117661" cy="6201996"/>
          </a:xfrm>
          <a:prstGeom prst="rect">
            <a:avLst/>
          </a:prstGeom>
        </p:spPr>
      </p:pic>
      <p:pic>
        <p:nvPicPr>
          <p:cNvPr id="62" name="Picture 61">
            <a:extLst>
              <a:ext uri="{FF2B5EF4-FFF2-40B4-BE49-F238E27FC236}">
                <a16:creationId xmlns:a16="http://schemas.microsoft.com/office/drawing/2014/main" id="{0BCED48A-6DCA-1683-5C31-54C14BDF787A}"/>
              </a:ext>
            </a:extLst>
          </p:cNvPr>
          <p:cNvPicPr>
            <a:picLocks noChangeAspect="1"/>
          </p:cNvPicPr>
          <p:nvPr/>
        </p:nvPicPr>
        <p:blipFill>
          <a:blip r:embed="rId8"/>
          <a:srcRect l="50000" t="6282"/>
          <a:stretch>
            <a:fillRect/>
          </a:stretch>
        </p:blipFill>
        <p:spPr>
          <a:xfrm>
            <a:off x="1491481" y="35577176"/>
            <a:ext cx="6064561" cy="5879964"/>
          </a:xfrm>
          <a:prstGeom prst="rect">
            <a:avLst/>
          </a:prstGeom>
        </p:spPr>
      </p:pic>
      <p:pic>
        <p:nvPicPr>
          <p:cNvPr id="57" name="Picture Placeholder 43">
            <a:extLst>
              <a:ext uri="{FF2B5EF4-FFF2-40B4-BE49-F238E27FC236}">
                <a16:creationId xmlns:a16="http://schemas.microsoft.com/office/drawing/2014/main" id="{4ED8E19E-20E8-71E1-A1EE-DFD3C4E38A0D}"/>
              </a:ext>
            </a:extLst>
          </p:cNvPr>
          <p:cNvPicPr>
            <a:picLocks noChangeAspect="1"/>
          </p:cNvPicPr>
          <p:nvPr/>
        </p:nvPicPr>
        <p:blipFill>
          <a:blip r:embed="rId9" cstate="email">
            <a:extLst>
              <a:ext uri="{28A0092B-C50C-407E-A947-70E740481C1C}">
                <a14:useLocalDpi xmlns:a14="http://schemas.microsoft.com/office/drawing/2010/main" val="0"/>
              </a:ext>
            </a:extLst>
          </a:blip>
          <a:srcRect r="10017"/>
          <a:stretch>
            <a:fillRect/>
          </a:stretch>
        </p:blipFill>
        <p:spPr>
          <a:xfrm>
            <a:off x="8821002" y="32803874"/>
            <a:ext cx="7371498" cy="9184146"/>
          </a:xfrm>
          <a:prstGeom prst="rect">
            <a:avLst/>
          </a:prstGeom>
          <a:noFill/>
          <a:ln>
            <a:noFill/>
          </a:ln>
          <a:effectLst/>
        </p:spPr>
      </p:pic>
      <p:pic>
        <p:nvPicPr>
          <p:cNvPr id="59" name="Picture 58">
            <a:extLst>
              <a:ext uri="{FF2B5EF4-FFF2-40B4-BE49-F238E27FC236}">
                <a16:creationId xmlns:a16="http://schemas.microsoft.com/office/drawing/2014/main" id="{04E676A6-94E4-9467-734C-4C9F615F7C8D}"/>
              </a:ext>
            </a:extLst>
          </p:cNvPr>
          <p:cNvPicPr>
            <a:picLocks noChangeAspect="1"/>
          </p:cNvPicPr>
          <p:nvPr/>
        </p:nvPicPr>
        <p:blipFill>
          <a:blip r:embed="rId10"/>
          <a:stretch>
            <a:fillRect/>
          </a:stretch>
        </p:blipFill>
        <p:spPr>
          <a:xfrm>
            <a:off x="16282742" y="33037168"/>
            <a:ext cx="7539038" cy="5353810"/>
          </a:xfrm>
          <a:prstGeom prst="rect">
            <a:avLst/>
          </a:prstGeom>
        </p:spPr>
      </p:pic>
      <p:pic>
        <p:nvPicPr>
          <p:cNvPr id="76" name="Picture 75">
            <a:extLst>
              <a:ext uri="{FF2B5EF4-FFF2-40B4-BE49-F238E27FC236}">
                <a16:creationId xmlns:a16="http://schemas.microsoft.com/office/drawing/2014/main" id="{03E40B97-AB48-DCC8-7087-601A744ABE12}"/>
              </a:ext>
            </a:extLst>
          </p:cNvPr>
          <p:cNvPicPr>
            <a:picLocks noChangeAspect="1"/>
          </p:cNvPicPr>
          <p:nvPr/>
        </p:nvPicPr>
        <p:blipFill>
          <a:blip r:embed="rId11"/>
          <a:stretch>
            <a:fillRect/>
          </a:stretch>
        </p:blipFill>
        <p:spPr>
          <a:xfrm>
            <a:off x="25398411" y="3584037"/>
            <a:ext cx="2381250" cy="2562225"/>
          </a:xfrm>
          <a:prstGeom prst="rect">
            <a:avLst/>
          </a:prstGeom>
        </p:spPr>
      </p:pic>
      <p:pic>
        <p:nvPicPr>
          <p:cNvPr id="80" name="Picture 79">
            <a:extLst>
              <a:ext uri="{FF2B5EF4-FFF2-40B4-BE49-F238E27FC236}">
                <a16:creationId xmlns:a16="http://schemas.microsoft.com/office/drawing/2014/main" id="{361244B2-B316-0734-8069-7D31B2C22153}"/>
              </a:ext>
            </a:extLst>
          </p:cNvPr>
          <p:cNvPicPr>
            <a:picLocks noChangeAspect="1"/>
          </p:cNvPicPr>
          <p:nvPr/>
        </p:nvPicPr>
        <p:blipFill>
          <a:blip r:embed="rId12"/>
          <a:stretch>
            <a:fillRect/>
          </a:stretch>
        </p:blipFill>
        <p:spPr>
          <a:xfrm>
            <a:off x="28172203" y="3547069"/>
            <a:ext cx="4381500" cy="2590800"/>
          </a:xfrm>
          <a:prstGeom prst="rect">
            <a:avLst/>
          </a:prstGeom>
        </p:spPr>
      </p:pic>
    </p:spTree>
  </p:cSld>
  <p:clrMapOvr>
    <a:masterClrMapping/>
  </p:clrMapOvr>
</p:sld>
</file>

<file path=ppt/theme/theme1.xml><?xml version="1.0" encoding="utf-8"?>
<a:theme xmlns:a="http://schemas.openxmlformats.org/drawingml/2006/main" name="LBNL 4-Column Teal V Poster ">
  <a:themeElements>
    <a:clrScheme name="2020 LBNL Color Theme">
      <a:dk1>
        <a:srgbClr val="00303C"/>
      </a:dk1>
      <a:lt1>
        <a:srgbClr val="FFFFFF"/>
      </a:lt1>
      <a:dk2>
        <a:srgbClr val="00303B"/>
      </a:dk2>
      <a:lt2>
        <a:srgbClr val="B1B3B3"/>
      </a:lt2>
      <a:accent1>
        <a:srgbClr val="007681"/>
      </a:accent1>
      <a:accent2>
        <a:srgbClr val="4198B5"/>
      </a:accent2>
      <a:accent3>
        <a:srgbClr val="D57800"/>
      </a:accent3>
      <a:accent4>
        <a:srgbClr val="74AA50"/>
      </a:accent4>
      <a:accent5>
        <a:srgbClr val="EAAA00"/>
      </a:accent5>
      <a:accent6>
        <a:srgbClr val="E04E38"/>
      </a:accent6>
      <a:hlink>
        <a:srgbClr val="0055D1"/>
      </a:hlink>
      <a:folHlink>
        <a:srgbClr val="66339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lIns="182880" tIns="228600" rIns="182880" bIns="228600" rtlCol="0">
        <a:spAutoFit/>
      </a:bodyPr>
      <a:lstStyle>
        <a:defPPr>
          <a:spcBef>
            <a:spcPts val="576"/>
          </a:spcBef>
          <a:defRPr sz="2400" dirty="0" smtClean="0"/>
        </a:defPPr>
      </a:lstStyle>
    </a:txDef>
  </a:objectDefaults>
  <a:extraClrSchemeLst/>
  <a:extLst>
    <a:ext uri="{05A4C25C-085E-4340-85A3-A5531E510DB2}">
      <thm15:themeFamily xmlns:thm15="http://schemas.microsoft.com/office/thememl/2012/main" name="LBNL_Poster_V_36x48_Template_teal" id="{FFF0BDD7-FB00-8C43-99AD-D9EA3CCE18E3}" vid="{B336E2C7-40DC-C847-A14C-1B089C6E5D53}"/>
    </a:ext>
  </a:extLst>
</a:theme>
</file>

<file path=ppt/theme/theme2.xml><?xml version="1.0" encoding="utf-8"?>
<a:theme xmlns:a="http://schemas.openxmlformats.org/drawingml/2006/main" name="LBNL 3-Column Teal V Poster ">
  <a:themeElements>
    <a:clrScheme name="2020 LBNL Color Theme">
      <a:dk1>
        <a:srgbClr val="00303C"/>
      </a:dk1>
      <a:lt1>
        <a:srgbClr val="FFFFFF"/>
      </a:lt1>
      <a:dk2>
        <a:srgbClr val="00303B"/>
      </a:dk2>
      <a:lt2>
        <a:srgbClr val="B1B3B3"/>
      </a:lt2>
      <a:accent1>
        <a:srgbClr val="007681"/>
      </a:accent1>
      <a:accent2>
        <a:srgbClr val="4198B5"/>
      </a:accent2>
      <a:accent3>
        <a:srgbClr val="D57800"/>
      </a:accent3>
      <a:accent4>
        <a:srgbClr val="74AA50"/>
      </a:accent4>
      <a:accent5>
        <a:srgbClr val="EAAA00"/>
      </a:accent5>
      <a:accent6>
        <a:srgbClr val="E04E38"/>
      </a:accent6>
      <a:hlink>
        <a:srgbClr val="0055D1"/>
      </a:hlink>
      <a:folHlink>
        <a:srgbClr val="66339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LBNL_Poster_V_36x48_Template_teal" id="{FFF0BDD7-FB00-8C43-99AD-D9EA3CCE18E3}" vid="{CC93FB4E-1284-1941-8A0B-17259C7EB98C}"/>
    </a:ext>
  </a:extLst>
</a:theme>
</file>

<file path=ppt/theme/theme3.xml><?xml version="1.0" encoding="utf-8"?>
<a:theme xmlns:a="http://schemas.openxmlformats.org/drawingml/2006/main" name="LBNL Wide-Center Teal V Poster ">
  <a:themeElements>
    <a:clrScheme name="2020 LBNL Color Theme">
      <a:dk1>
        <a:srgbClr val="00303C"/>
      </a:dk1>
      <a:lt1>
        <a:srgbClr val="FFFFFF"/>
      </a:lt1>
      <a:dk2>
        <a:srgbClr val="00303B"/>
      </a:dk2>
      <a:lt2>
        <a:srgbClr val="B1B3B3"/>
      </a:lt2>
      <a:accent1>
        <a:srgbClr val="007681"/>
      </a:accent1>
      <a:accent2>
        <a:srgbClr val="4198B5"/>
      </a:accent2>
      <a:accent3>
        <a:srgbClr val="D57800"/>
      </a:accent3>
      <a:accent4>
        <a:srgbClr val="74AA50"/>
      </a:accent4>
      <a:accent5>
        <a:srgbClr val="EAAA00"/>
      </a:accent5>
      <a:accent6>
        <a:srgbClr val="E04E38"/>
      </a:accent6>
      <a:hlink>
        <a:srgbClr val="0055D1"/>
      </a:hlink>
      <a:folHlink>
        <a:srgbClr val="66339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LBNL_Poster_V_36x48_Template_teal" id="{FFF0BDD7-FB00-8C43-99AD-D9EA3CCE18E3}" vid="{D8189515-1EFB-BB41-B69D-227CB646ED30}"/>
    </a:ext>
  </a:extLst>
</a:theme>
</file>

<file path=ppt/theme/theme4.xml><?xml version="1.0" encoding="utf-8"?>
<a:theme xmlns:a="http://schemas.openxmlformats.org/drawingml/2006/main" name="LBNL Right-Highlight Teal V Poster">
  <a:themeElements>
    <a:clrScheme name="2020 LBNL Color Theme">
      <a:dk1>
        <a:srgbClr val="00303C"/>
      </a:dk1>
      <a:lt1>
        <a:srgbClr val="FFFFFF"/>
      </a:lt1>
      <a:dk2>
        <a:srgbClr val="00303B"/>
      </a:dk2>
      <a:lt2>
        <a:srgbClr val="B1B3B3"/>
      </a:lt2>
      <a:accent1>
        <a:srgbClr val="007681"/>
      </a:accent1>
      <a:accent2>
        <a:srgbClr val="4198B5"/>
      </a:accent2>
      <a:accent3>
        <a:srgbClr val="D57800"/>
      </a:accent3>
      <a:accent4>
        <a:srgbClr val="74AA50"/>
      </a:accent4>
      <a:accent5>
        <a:srgbClr val="EAAA00"/>
      </a:accent5>
      <a:accent6>
        <a:srgbClr val="E04E38"/>
      </a:accent6>
      <a:hlink>
        <a:srgbClr val="0055D1"/>
      </a:hlink>
      <a:folHlink>
        <a:srgbClr val="66339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wrap="square" lIns="228589" tIns="228589" rIns="228589" bIns="228589">
        <a:spAutoFit/>
      </a:bodyPr>
      <a:lstStyle>
        <a:defPPr marL="342883" marR="0" indent="-342883" algn="l" defTabSz="4388900" rtl="0" eaLnBrk="1" fontAlgn="auto" latinLnBrk="0" hangingPunct="1">
          <a:lnSpc>
            <a:spcPct val="100000"/>
          </a:lnSpc>
          <a:spcBef>
            <a:spcPct val="20000"/>
          </a:spcBef>
          <a:spcAft>
            <a:spcPts val="0"/>
          </a:spcAft>
          <a:buClrTx/>
          <a:buSzTx/>
          <a:buFont typeface="Arial" pitchFamily="34" charset="0"/>
          <a:buNone/>
          <a:tabLst/>
          <a:defRPr kumimoji="0" sz="2400" b="0" i="0" u="none" strike="noStrike" kern="1200" cap="none" spc="0" normalizeH="0" baseline="0" noProof="0" smtClean="0">
            <a:ln>
              <a:noFill/>
            </a:ln>
            <a:solidFill>
              <a:schemeClr val="tx1"/>
            </a:solidFill>
            <a:effectLst/>
            <a:uLnTx/>
            <a:uFillTx/>
            <a:latin typeface="+mn-lt"/>
            <a:ea typeface="+mn-ea"/>
            <a:cs typeface="+mn-cs"/>
          </a:defRPr>
        </a:defPPr>
      </a:lstStyle>
    </a:txDef>
  </a:objectDefaults>
  <a:extraClrSchemeLst/>
  <a:extLst>
    <a:ext uri="{05A4C25C-085E-4340-85A3-A5531E510DB2}">
      <thm15:themeFamily xmlns:thm15="http://schemas.microsoft.com/office/thememl/2012/main" name="LBNL_Poster_V_36x48_Template_teal" id="{FFF0BDD7-FB00-8C43-99AD-D9EA3CCE18E3}" vid="{27F82B27-DD6D-C54C-815A-B95D79D5D515}"/>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LBNL_Poster_V_36x48_Template_teal</Template>
  <TotalTime>1658</TotalTime>
  <Words>696</Words>
  <Application>Microsoft Office PowerPoint</Application>
  <PresentationFormat>Custom</PresentationFormat>
  <Paragraphs>28</Paragraphs>
  <Slides>1</Slides>
  <Notes>0</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vt:i4>
      </vt:variant>
    </vt:vector>
  </HeadingPairs>
  <TitlesOfParts>
    <vt:vector size="8" baseType="lpstr">
      <vt:lpstr>Arial</vt:lpstr>
      <vt:lpstr>Calibri</vt:lpstr>
      <vt:lpstr>Trebuchet MS</vt:lpstr>
      <vt:lpstr>LBNL 4-Column Teal V Poster </vt:lpstr>
      <vt:lpstr>LBNL 3-Column Teal V Poster </vt:lpstr>
      <vt:lpstr>LBNL Wide-Center Teal V Poster </vt:lpstr>
      <vt:lpstr>LBNL Right-Highlight Teal V Poster</vt:lpstr>
      <vt:lpstr>Two-Frequency Heating Phenomena at the Superconducting VENUS ECR Ion Source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Nishi Intwala</dc:creator>
  <dc:description>This template is the property of PosterPresentations.com. Call us if you need help with this poster template._x000d_
1-866-649-3004           _x000d_
 (c)PosterPresentations.com</dc:description>
  <cp:lastModifiedBy>Nishi Intwala</cp:lastModifiedBy>
  <cp:revision>1</cp:revision>
  <dcterms:created xsi:type="dcterms:W3CDTF">2026-09-24T19:08:41Z</dcterms:created>
  <dcterms:modified xsi:type="dcterms:W3CDTF">2026-09-25T22:47:12Z</dcterms:modified>
</cp:coreProperties>
</file>
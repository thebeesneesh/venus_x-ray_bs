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slideLayouts/slideLayout2.xml" ContentType="application/vnd.openxmlformats-officedocument.presentationml.slideLayout+xml"/>
  <Override PartName="/ppt/theme/theme3.xml" ContentType="application/vnd.openxmlformats-officedocument.theme+xml"/>
  <Override PartName="/ppt/slideLayouts/slideLayout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9" r:id="rId1"/>
    <p:sldMasterId id="2147483657" r:id="rId2"/>
    <p:sldMasterId id="2147483653" r:id="rId3"/>
    <p:sldMasterId id="2147483655" r:id="rId4"/>
  </p:sldMasterIdLst>
  <p:notesMasterIdLst>
    <p:notesMasterId r:id="rId6"/>
  </p:notesMasterIdLst>
  <p:handoutMasterIdLst>
    <p:handoutMasterId r:id="rId7"/>
  </p:handoutMasterIdLst>
  <p:sldIdLst>
    <p:sldId id="288" r:id="rId5"/>
  </p:sldIdLst>
  <p:sldSz cx="30175200" cy="43891200"/>
  <p:notesSz cx="6858000" cy="9144000"/>
  <p:defaultTextStyle>
    <a:defPPr>
      <a:defRPr lang="en-US"/>
    </a:defPPr>
    <a:lvl1pPr algn="l" defTabSz="4387850" rtl="0" fontAlgn="base">
      <a:spcBef>
        <a:spcPct val="0"/>
      </a:spcBef>
      <a:spcAft>
        <a:spcPct val="0"/>
      </a:spcAft>
      <a:defRPr sz="8600" kern="1200">
        <a:solidFill>
          <a:schemeClr val="tx1"/>
        </a:solidFill>
        <a:latin typeface="Arial" charset="0"/>
        <a:ea typeface="ＭＳ Ｐゴシック" charset="0"/>
        <a:cs typeface="ＭＳ Ｐゴシック" charset="0"/>
      </a:defRPr>
    </a:lvl1pPr>
    <a:lvl2pPr marL="2193925" indent="-1736725" algn="l" defTabSz="4387850" rtl="0" fontAlgn="base">
      <a:spcBef>
        <a:spcPct val="0"/>
      </a:spcBef>
      <a:spcAft>
        <a:spcPct val="0"/>
      </a:spcAft>
      <a:defRPr sz="8600" kern="1200">
        <a:solidFill>
          <a:schemeClr val="tx1"/>
        </a:solidFill>
        <a:latin typeface="Arial" charset="0"/>
        <a:ea typeface="ＭＳ Ｐゴシック" charset="0"/>
        <a:cs typeface="ＭＳ Ｐゴシック" charset="0"/>
      </a:defRPr>
    </a:lvl2pPr>
    <a:lvl3pPr marL="4387850" indent="-3473450" algn="l" defTabSz="4387850" rtl="0" fontAlgn="base">
      <a:spcBef>
        <a:spcPct val="0"/>
      </a:spcBef>
      <a:spcAft>
        <a:spcPct val="0"/>
      </a:spcAft>
      <a:defRPr sz="8600" kern="1200">
        <a:solidFill>
          <a:schemeClr val="tx1"/>
        </a:solidFill>
        <a:latin typeface="Arial" charset="0"/>
        <a:ea typeface="ＭＳ Ｐゴシック" charset="0"/>
        <a:cs typeface="ＭＳ Ｐゴシック" charset="0"/>
      </a:defRPr>
    </a:lvl3pPr>
    <a:lvl4pPr marL="6581775" indent="-5210175" algn="l" defTabSz="4387850" rtl="0" fontAlgn="base">
      <a:spcBef>
        <a:spcPct val="0"/>
      </a:spcBef>
      <a:spcAft>
        <a:spcPct val="0"/>
      </a:spcAft>
      <a:defRPr sz="8600" kern="1200">
        <a:solidFill>
          <a:schemeClr val="tx1"/>
        </a:solidFill>
        <a:latin typeface="Arial" charset="0"/>
        <a:ea typeface="ＭＳ Ｐゴシック" charset="0"/>
        <a:cs typeface="ＭＳ Ｐゴシック" charset="0"/>
      </a:defRPr>
    </a:lvl4pPr>
    <a:lvl5pPr marL="8777288" indent="-6948488" algn="l" defTabSz="4387850" rtl="0" fontAlgn="base">
      <a:spcBef>
        <a:spcPct val="0"/>
      </a:spcBef>
      <a:spcAft>
        <a:spcPct val="0"/>
      </a:spcAft>
      <a:defRPr sz="8600" kern="1200">
        <a:solidFill>
          <a:schemeClr val="tx1"/>
        </a:solidFill>
        <a:latin typeface="Arial" charset="0"/>
        <a:ea typeface="ＭＳ Ｐゴシック" charset="0"/>
        <a:cs typeface="ＭＳ Ｐゴシック" charset="0"/>
      </a:defRPr>
    </a:lvl5pPr>
    <a:lvl6pPr marL="2286000" algn="l" defTabSz="457200" rtl="0" eaLnBrk="1" latinLnBrk="0" hangingPunct="1">
      <a:defRPr sz="8600" kern="1200">
        <a:solidFill>
          <a:schemeClr val="tx1"/>
        </a:solidFill>
        <a:latin typeface="Arial" charset="0"/>
        <a:ea typeface="ＭＳ Ｐゴシック" charset="0"/>
        <a:cs typeface="ＭＳ Ｐゴシック" charset="0"/>
      </a:defRPr>
    </a:lvl6pPr>
    <a:lvl7pPr marL="2743200" algn="l" defTabSz="457200" rtl="0" eaLnBrk="1" latinLnBrk="0" hangingPunct="1">
      <a:defRPr sz="8600" kern="1200">
        <a:solidFill>
          <a:schemeClr val="tx1"/>
        </a:solidFill>
        <a:latin typeface="Arial" charset="0"/>
        <a:ea typeface="ＭＳ Ｐゴシック" charset="0"/>
        <a:cs typeface="ＭＳ Ｐゴシック" charset="0"/>
      </a:defRPr>
    </a:lvl7pPr>
    <a:lvl8pPr marL="3200400" algn="l" defTabSz="457200" rtl="0" eaLnBrk="1" latinLnBrk="0" hangingPunct="1">
      <a:defRPr sz="8600" kern="1200">
        <a:solidFill>
          <a:schemeClr val="tx1"/>
        </a:solidFill>
        <a:latin typeface="Arial" charset="0"/>
        <a:ea typeface="ＭＳ Ｐゴシック" charset="0"/>
        <a:cs typeface="ＭＳ Ｐゴシック" charset="0"/>
      </a:defRPr>
    </a:lvl8pPr>
    <a:lvl9pPr marL="3657600" algn="l" defTabSz="457200" rtl="0" eaLnBrk="1" latinLnBrk="0" hangingPunct="1">
      <a:defRPr sz="86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3" orient="horz" pos="13824" userDrawn="1">
          <p15:clr>
            <a:srgbClr val="A4A3A4"/>
          </p15:clr>
        </p15:guide>
        <p15:guide id="9" pos="9504" userDrawn="1">
          <p15:clr>
            <a:srgbClr val="A4A3A4"/>
          </p15:clr>
        </p15:guide>
        <p15:guide id="10" pos="396" userDrawn="1">
          <p15:clr>
            <a:srgbClr val="A4A3A4"/>
          </p15:clr>
        </p15:guide>
        <p15:guide id="11" pos="18612" userDrawn="1">
          <p15:clr>
            <a:srgbClr val="A4A3A4"/>
          </p15:clr>
        </p15:guide>
        <p15:guide id="12" orient="horz" pos="432" userDrawn="1">
          <p15:clr>
            <a:srgbClr val="A4A3A4"/>
          </p15:clr>
        </p15:guide>
        <p15:guide id="13" orient="horz" pos="27384"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13C"/>
    <a:srgbClr val="00395A"/>
    <a:srgbClr val="1D4980"/>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39"/>
    <p:restoredTop sz="94694"/>
  </p:normalViewPr>
  <p:slideViewPr>
    <p:cSldViewPr snapToGrid="0" snapToObjects="1" showGuides="1">
      <p:cViewPr>
        <p:scale>
          <a:sx n="24" d="100"/>
          <a:sy n="24" d="100"/>
        </p:scale>
        <p:origin x="2694" y="18"/>
      </p:cViewPr>
      <p:guideLst>
        <p:guide orient="horz" pos="13824"/>
        <p:guide pos="9504"/>
        <p:guide pos="396"/>
        <p:guide pos="18612"/>
        <p:guide orient="horz" pos="432"/>
        <p:guide orient="horz" pos="2738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127" d="100"/>
          <a:sy n="127" d="100"/>
        </p:scale>
        <p:origin x="3464" y="19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handoutMaster" Target="handoutMasters/handoutMaster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intwa\OneDrive\Documents\GitHub\VENUS_X-Ray_BS\trimerge19_21sep26.csv"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v>18 GHz only</c:v>
          </c:tx>
          <c:spPr>
            <a:ln w="19050" cap="rnd">
              <a:noFill/>
              <a:round/>
            </a:ln>
            <a:effectLst/>
          </c:spPr>
          <c:marker>
            <c:symbol val="circle"/>
            <c:size val="5"/>
            <c:spPr>
              <a:solidFill>
                <a:schemeClr val="accent1"/>
              </a:solidFill>
              <a:ln w="9525">
                <a:solidFill>
                  <a:schemeClr val="accent1"/>
                </a:solidFill>
              </a:ln>
              <a:effectLst/>
            </c:spPr>
          </c:marker>
          <c:xVal>
            <c:numRef>
              <c:f>trimerge19_21sep26!$AB$81:$AB$84</c:f>
              <c:numCache>
                <c:formatCode>General</c:formatCode>
                <c:ptCount val="4"/>
                <c:pt idx="0">
                  <c:v>451</c:v>
                </c:pt>
                <c:pt idx="1">
                  <c:v>889</c:v>
                </c:pt>
                <c:pt idx="2">
                  <c:v>1325</c:v>
                </c:pt>
                <c:pt idx="3">
                  <c:v>1771</c:v>
                </c:pt>
              </c:numCache>
            </c:numRef>
          </c:xVal>
          <c:yVal>
            <c:numRef>
              <c:f>trimerge19_21sep26!$AD$81:$AD$84</c:f>
              <c:numCache>
                <c:formatCode>General</c:formatCode>
                <c:ptCount val="4"/>
                <c:pt idx="0">
                  <c:v>123</c:v>
                </c:pt>
                <c:pt idx="1">
                  <c:v>151</c:v>
                </c:pt>
                <c:pt idx="2">
                  <c:v>160</c:v>
                </c:pt>
                <c:pt idx="3">
                  <c:v>185</c:v>
                </c:pt>
              </c:numCache>
            </c:numRef>
          </c:yVal>
          <c:smooth val="0"/>
          <c:extLst>
            <c:ext xmlns:c16="http://schemas.microsoft.com/office/drawing/2014/chart" uri="{C3380CC4-5D6E-409C-BE32-E72D297353CC}">
              <c16:uniqueId val="{00000000-497B-448F-89BB-E38623C71AFB}"/>
            </c:ext>
          </c:extLst>
        </c:ser>
        <c:ser>
          <c:idx val="1"/>
          <c:order val="1"/>
          <c:tx>
            <c:v>28 GHz only</c:v>
          </c:tx>
          <c:spPr>
            <a:ln w="25400" cap="rnd">
              <a:noFill/>
              <a:round/>
            </a:ln>
            <a:effectLst/>
          </c:spPr>
          <c:marker>
            <c:symbol val="circle"/>
            <c:size val="5"/>
            <c:spPr>
              <a:solidFill>
                <a:schemeClr val="accent2"/>
              </a:solidFill>
              <a:ln w="9525">
                <a:solidFill>
                  <a:schemeClr val="accent2"/>
                </a:solidFill>
              </a:ln>
              <a:effectLst/>
            </c:spPr>
          </c:marker>
          <c:xVal>
            <c:numRef>
              <c:f>trimerge19_21sep26!$AA$85:$AA$90</c:f>
              <c:numCache>
                <c:formatCode>General</c:formatCode>
                <c:ptCount val="6"/>
                <c:pt idx="0">
                  <c:v>505</c:v>
                </c:pt>
                <c:pt idx="1">
                  <c:v>998</c:v>
                </c:pt>
                <c:pt idx="2">
                  <c:v>1991</c:v>
                </c:pt>
                <c:pt idx="3">
                  <c:v>3018</c:v>
                </c:pt>
                <c:pt idx="4">
                  <c:v>4006</c:v>
                </c:pt>
                <c:pt idx="5">
                  <c:v>5000</c:v>
                </c:pt>
              </c:numCache>
            </c:numRef>
          </c:xVal>
          <c:yVal>
            <c:numRef>
              <c:f>trimerge19_21sep26!$AD$85:$AD$90</c:f>
              <c:numCache>
                <c:formatCode>General</c:formatCode>
                <c:ptCount val="6"/>
                <c:pt idx="0">
                  <c:v>159</c:v>
                </c:pt>
                <c:pt idx="1">
                  <c:v>163</c:v>
                </c:pt>
                <c:pt idx="2">
                  <c:v>179</c:v>
                </c:pt>
                <c:pt idx="3">
                  <c:v>397</c:v>
                </c:pt>
                <c:pt idx="4">
                  <c:v>564</c:v>
                </c:pt>
                <c:pt idx="5">
                  <c:v>550</c:v>
                </c:pt>
              </c:numCache>
            </c:numRef>
          </c:yVal>
          <c:smooth val="0"/>
          <c:extLst>
            <c:ext xmlns:c16="http://schemas.microsoft.com/office/drawing/2014/chart" uri="{C3380CC4-5D6E-409C-BE32-E72D297353CC}">
              <c16:uniqueId val="{00000001-497B-448F-89BB-E38623C71AFB}"/>
            </c:ext>
          </c:extLst>
        </c:ser>
        <c:dLbls>
          <c:showLegendKey val="0"/>
          <c:showVal val="0"/>
          <c:showCatName val="0"/>
          <c:showSerName val="0"/>
          <c:showPercent val="0"/>
          <c:showBubbleSize val="0"/>
        </c:dLbls>
        <c:axId val="1097201647"/>
        <c:axId val="1123740559"/>
      </c:scatterChart>
      <c:valAx>
        <c:axId val="109720164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23740559"/>
        <c:crosses val="autoZero"/>
        <c:crossBetween val="midCat"/>
      </c:valAx>
      <c:valAx>
        <c:axId val="112374055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7201647"/>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atin typeface="Calibri" charset="0"/>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charset="0"/>
              </a:defRPr>
            </a:lvl1pPr>
          </a:lstStyle>
          <a:p>
            <a:pPr>
              <a:defRPr/>
            </a:pPr>
            <a:fld id="{F1117959-E873-E046-B0CC-5CAA5B9C11E0}" type="datetime1">
              <a:rPr lang="en-US"/>
              <a:pPr>
                <a:defRPr/>
              </a:pPr>
              <a:t>9/21/2026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a:latin typeface="Calibri" charset="0"/>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charset="0"/>
              </a:defRPr>
            </a:lvl1pPr>
          </a:lstStyle>
          <a:p>
            <a:pPr>
              <a:defRPr/>
            </a:pPr>
            <a:fld id="{5B2B9BF9-B4C6-AF47-9CDA-28FAE34CEB54}" type="slidenum">
              <a:rPr lang="en-US"/>
              <a:pPr>
                <a:defRPr/>
              </a:pPr>
              <a:t>‹#›</a:t>
            </a:fld>
            <a:endParaRPr lang="en-US"/>
          </a:p>
        </p:txBody>
      </p:sp>
    </p:spTree>
    <p:extLst>
      <p:ext uri="{BB962C8B-B14F-4D97-AF65-F5344CB8AC3E}">
        <p14:creationId xmlns:p14="http://schemas.microsoft.com/office/powerpoint/2010/main" val="10317092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atin typeface="Calibri"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charset="0"/>
              </a:defRPr>
            </a:lvl1pPr>
          </a:lstStyle>
          <a:p>
            <a:pPr>
              <a:defRPr/>
            </a:pPr>
            <a:fld id="{DB5EF99E-7930-7944-985C-C1193D10D0E1}" type="datetime1">
              <a:rPr lang="en-US"/>
              <a:pPr>
                <a:defRPr/>
              </a:pPr>
              <a:t>9/21/2026</a:t>
            </a:fld>
            <a:endParaRPr lang="en-US"/>
          </a:p>
        </p:txBody>
      </p:sp>
      <p:sp>
        <p:nvSpPr>
          <p:cNvPr id="4" name="Slide Image Placeholder 3"/>
          <p:cNvSpPr>
            <a:spLocks noGrp="1" noRot="1" noChangeAspect="1"/>
          </p:cNvSpPr>
          <p:nvPr>
            <p:ph type="sldImg" idx="2"/>
          </p:nvPr>
        </p:nvSpPr>
        <p:spPr>
          <a:xfrm>
            <a:off x="2249488" y="685800"/>
            <a:ext cx="2359025" cy="3429000"/>
          </a:xfrm>
          <a:prstGeom prst="rect">
            <a:avLst/>
          </a:prstGeom>
          <a:noFill/>
          <a:ln w="12700">
            <a:solidFill>
              <a:prstClr val="black"/>
            </a:solidFill>
          </a:ln>
        </p:spPr>
        <p:txBody>
          <a:bodyPr vert="horz" wrap="square" lIns="91440" tIns="45720" rIns="91440" bIns="45720"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a:latin typeface="Calibri"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charset="0"/>
              </a:defRPr>
            </a:lvl1pPr>
          </a:lstStyle>
          <a:p>
            <a:pPr>
              <a:defRPr/>
            </a:pPr>
            <a:fld id="{A8636910-0990-344C-ABD4-511097861201}" type="slidenum">
              <a:rPr lang="en-US"/>
              <a:pPr>
                <a:defRPr/>
              </a:pPr>
              <a:t>‹#›</a:t>
            </a:fld>
            <a:endParaRPr lang="en-US"/>
          </a:p>
        </p:txBody>
      </p:sp>
    </p:spTree>
    <p:extLst>
      <p:ext uri="{BB962C8B-B14F-4D97-AF65-F5344CB8AC3E}">
        <p14:creationId xmlns:p14="http://schemas.microsoft.com/office/powerpoint/2010/main" val="3186627732"/>
      </p:ext>
    </p:extLst>
  </p:cSld>
  <p:clrMap bg1="lt1" tx1="dk1" bg2="lt2" tx2="dk2" accent1="accent1" accent2="accent2" accent3="accent3" accent4="accent4" accent5="accent5" accent6="accent6" hlink="hlink" folHlink="folHlink"/>
  <p:notesStyle>
    <a:lvl1pPr algn="l" defTabSz="4387850" rtl="0" eaLnBrk="0" fontAlgn="base" hangingPunct="0">
      <a:spcBef>
        <a:spcPct val="30000"/>
      </a:spcBef>
      <a:spcAft>
        <a:spcPct val="0"/>
      </a:spcAft>
      <a:defRPr sz="5800" kern="1200">
        <a:solidFill>
          <a:schemeClr val="tx1"/>
        </a:solidFill>
        <a:latin typeface="+mn-lt"/>
        <a:ea typeface="ＭＳ Ｐゴシック" charset="-128"/>
        <a:cs typeface="ＭＳ Ｐゴシック" charset="-128"/>
      </a:defRPr>
    </a:lvl1pPr>
    <a:lvl2pPr marL="2193925" algn="l" defTabSz="4387850" rtl="0" eaLnBrk="0" fontAlgn="base" hangingPunct="0">
      <a:spcBef>
        <a:spcPct val="30000"/>
      </a:spcBef>
      <a:spcAft>
        <a:spcPct val="0"/>
      </a:spcAft>
      <a:defRPr sz="5800" kern="1200">
        <a:solidFill>
          <a:schemeClr val="tx1"/>
        </a:solidFill>
        <a:latin typeface="+mn-lt"/>
        <a:ea typeface="ＭＳ Ｐゴシック" charset="-128"/>
        <a:cs typeface="+mn-cs"/>
      </a:defRPr>
    </a:lvl2pPr>
    <a:lvl3pPr marL="4387850" algn="l" defTabSz="4387850" rtl="0" eaLnBrk="0" fontAlgn="base" hangingPunct="0">
      <a:spcBef>
        <a:spcPct val="30000"/>
      </a:spcBef>
      <a:spcAft>
        <a:spcPct val="0"/>
      </a:spcAft>
      <a:defRPr sz="5800" kern="1200">
        <a:solidFill>
          <a:schemeClr val="tx1"/>
        </a:solidFill>
        <a:latin typeface="+mn-lt"/>
        <a:ea typeface="ＭＳ Ｐゴシック" charset="-128"/>
        <a:cs typeface="+mn-cs"/>
      </a:defRPr>
    </a:lvl3pPr>
    <a:lvl4pPr marL="6581775" algn="l" defTabSz="4387850" rtl="0" eaLnBrk="0" fontAlgn="base" hangingPunct="0">
      <a:spcBef>
        <a:spcPct val="30000"/>
      </a:spcBef>
      <a:spcAft>
        <a:spcPct val="0"/>
      </a:spcAft>
      <a:defRPr sz="5800" kern="1200">
        <a:solidFill>
          <a:schemeClr val="tx1"/>
        </a:solidFill>
        <a:latin typeface="+mn-lt"/>
        <a:ea typeface="ＭＳ Ｐゴシック" charset="-128"/>
        <a:cs typeface="+mn-cs"/>
      </a:defRPr>
    </a:lvl4pPr>
    <a:lvl5pPr marL="8777288" algn="l" defTabSz="4387850" rtl="0" eaLnBrk="0" fontAlgn="base" hangingPunct="0">
      <a:spcBef>
        <a:spcPct val="30000"/>
      </a:spcBef>
      <a:spcAft>
        <a:spcPct val="0"/>
      </a:spcAft>
      <a:defRPr sz="5800" kern="1200">
        <a:solidFill>
          <a:schemeClr val="tx1"/>
        </a:solidFill>
        <a:latin typeface="+mn-lt"/>
        <a:ea typeface="ＭＳ Ｐゴシック" charset="-128"/>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BNL 4-Column Teal V Poster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621629" y="9193317"/>
            <a:ext cx="6914059" cy="830975"/>
          </a:xfrm>
          <a:prstGeom prst="rect">
            <a:avLst/>
          </a:prstGeom>
        </p:spPr>
        <p:txBody>
          <a:bodyPr wrap="square" lIns="228589" tIns="228589" rIns="228589" bIns="228589">
            <a:spAutoFit/>
          </a:bodyPr>
          <a:lstStyle>
            <a:lvl1pPr marL="0" indent="0">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6" name="Text Placeholder 5"/>
          <p:cNvSpPr>
            <a:spLocks noGrp="1"/>
          </p:cNvSpPr>
          <p:nvPr>
            <p:ph type="body" sz="quarter" idx="11"/>
          </p:nvPr>
        </p:nvSpPr>
        <p:spPr>
          <a:xfrm>
            <a:off x="634110" y="8029390"/>
            <a:ext cx="6908601" cy="891334"/>
          </a:xfrm>
          <a:prstGeom prst="rect">
            <a:avLst/>
          </a:prstGeom>
          <a:solidFill>
            <a:schemeClr val="accent1"/>
          </a:solidFill>
        </p:spPr>
        <p:txBody>
          <a:bodyPr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0" name="Text Placeholder 5"/>
          <p:cNvSpPr>
            <a:spLocks noGrp="1"/>
          </p:cNvSpPr>
          <p:nvPr>
            <p:ph type="body" sz="quarter" idx="20"/>
          </p:nvPr>
        </p:nvSpPr>
        <p:spPr>
          <a:xfrm>
            <a:off x="634108" y="20104470"/>
            <a:ext cx="6909693"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1" name="Text Placeholder 3"/>
          <p:cNvSpPr>
            <a:spLocks noGrp="1"/>
          </p:cNvSpPr>
          <p:nvPr>
            <p:ph type="body" sz="quarter" idx="21"/>
          </p:nvPr>
        </p:nvSpPr>
        <p:spPr>
          <a:xfrm>
            <a:off x="7966176" y="9193317"/>
            <a:ext cx="6908601" cy="830975"/>
          </a:xfrm>
          <a:prstGeom prst="rect">
            <a:avLst/>
          </a:prstGeom>
        </p:spPr>
        <p:txBody>
          <a:bodyPr wrap="square" lIns="228589" tIns="228589" rIns="228589" bIns="228589">
            <a:spAutoFit/>
          </a:bodyPr>
          <a:lstStyle>
            <a:lvl1pPr marL="0" indent="0">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2" name="Text Placeholder 5"/>
          <p:cNvSpPr>
            <a:spLocks noGrp="1"/>
          </p:cNvSpPr>
          <p:nvPr>
            <p:ph type="body" sz="quarter" idx="22"/>
          </p:nvPr>
        </p:nvSpPr>
        <p:spPr>
          <a:xfrm>
            <a:off x="7966177" y="8029390"/>
            <a:ext cx="6908601" cy="891334"/>
          </a:xfrm>
          <a:prstGeom prst="rect">
            <a:avLst/>
          </a:prstGeom>
          <a:solidFill>
            <a:schemeClr val="accent1"/>
          </a:solidFill>
        </p:spPr>
        <p:txBody>
          <a:bodyPr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3" name="Text Placeholder 3"/>
          <p:cNvSpPr>
            <a:spLocks noGrp="1"/>
          </p:cNvSpPr>
          <p:nvPr>
            <p:ph type="body" sz="quarter" idx="23"/>
          </p:nvPr>
        </p:nvSpPr>
        <p:spPr>
          <a:xfrm>
            <a:off x="15302608" y="9193317"/>
            <a:ext cx="6908601" cy="830975"/>
          </a:xfrm>
          <a:prstGeom prst="rect">
            <a:avLst/>
          </a:prstGeom>
        </p:spPr>
        <p:txBody>
          <a:bodyPr wrap="square" lIns="228589" tIns="228589" rIns="228589" bIns="228589">
            <a:spAutoFit/>
          </a:bodyPr>
          <a:lstStyle>
            <a:lvl1pPr marL="0" indent="0">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4" name="Text Placeholder 5"/>
          <p:cNvSpPr>
            <a:spLocks noGrp="1"/>
          </p:cNvSpPr>
          <p:nvPr>
            <p:ph type="body" sz="quarter" idx="24"/>
          </p:nvPr>
        </p:nvSpPr>
        <p:spPr>
          <a:xfrm>
            <a:off x="15297150" y="8029390"/>
            <a:ext cx="6915150" cy="891334"/>
          </a:xfrm>
          <a:prstGeom prst="rect">
            <a:avLst/>
          </a:prstGeom>
          <a:solidFill>
            <a:schemeClr val="accent1"/>
          </a:solidFill>
        </p:spPr>
        <p:txBody>
          <a:bodyPr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5"/>
          </p:nvPr>
        </p:nvSpPr>
        <p:spPr>
          <a:xfrm>
            <a:off x="22635765" y="8029390"/>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6" name="Text Placeholder 3"/>
          <p:cNvSpPr>
            <a:spLocks noGrp="1"/>
          </p:cNvSpPr>
          <p:nvPr>
            <p:ph type="body" sz="quarter" idx="26"/>
          </p:nvPr>
        </p:nvSpPr>
        <p:spPr>
          <a:xfrm>
            <a:off x="22635765" y="9193317"/>
            <a:ext cx="6907325" cy="830975"/>
          </a:xfrm>
          <a:prstGeom prst="rect">
            <a:avLst/>
          </a:prstGeom>
        </p:spPr>
        <p:txBody>
          <a:bodyPr wrap="square" lIns="228589" tIns="228589" rIns="228589" bIns="228589">
            <a:spAutoFit/>
          </a:bodyPr>
          <a:lstStyle>
            <a:lvl1pPr marL="0" indent="0">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7" name="Text Placeholder 5"/>
          <p:cNvSpPr>
            <a:spLocks noGrp="1"/>
          </p:cNvSpPr>
          <p:nvPr>
            <p:ph type="body" sz="quarter" idx="27"/>
          </p:nvPr>
        </p:nvSpPr>
        <p:spPr>
          <a:xfrm>
            <a:off x="22631853" y="20104470"/>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8" name="Text Placeholder 3"/>
          <p:cNvSpPr>
            <a:spLocks noGrp="1"/>
          </p:cNvSpPr>
          <p:nvPr>
            <p:ph type="body" sz="quarter" idx="28"/>
          </p:nvPr>
        </p:nvSpPr>
        <p:spPr>
          <a:xfrm>
            <a:off x="22637497" y="21268894"/>
            <a:ext cx="6853206" cy="830975"/>
          </a:xfrm>
          <a:prstGeom prst="rect">
            <a:avLst/>
          </a:prstGeom>
        </p:spPr>
        <p:txBody>
          <a:bodyPr wrap="square" lIns="228589" tIns="228589" rIns="228589" bIns="228589">
            <a:spAutoFit/>
          </a:bodyPr>
          <a:lstStyle>
            <a:lvl1pPr marL="0" indent="0">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9" name="Text Placeholder 5"/>
          <p:cNvSpPr>
            <a:spLocks noGrp="1"/>
          </p:cNvSpPr>
          <p:nvPr>
            <p:ph type="body" sz="quarter" idx="29"/>
          </p:nvPr>
        </p:nvSpPr>
        <p:spPr>
          <a:xfrm>
            <a:off x="22635765" y="34419348"/>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30" name="Text Placeholder 3"/>
          <p:cNvSpPr>
            <a:spLocks noGrp="1"/>
          </p:cNvSpPr>
          <p:nvPr>
            <p:ph type="body" sz="quarter" idx="30"/>
          </p:nvPr>
        </p:nvSpPr>
        <p:spPr>
          <a:xfrm>
            <a:off x="22632306" y="35603780"/>
            <a:ext cx="6910785" cy="830975"/>
          </a:xfrm>
          <a:prstGeom prst="rect">
            <a:avLst/>
          </a:prstGeom>
        </p:spPr>
        <p:txBody>
          <a:bodyPr wrap="square" lIns="228589" tIns="228589" rIns="228589" bIns="228589">
            <a:spAutoFit/>
          </a:bodyPr>
          <a:lstStyle>
            <a:lvl1pPr marL="0" indent="0">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60" name="Text Placeholder 3"/>
          <p:cNvSpPr>
            <a:spLocks noGrp="1"/>
          </p:cNvSpPr>
          <p:nvPr>
            <p:ph type="body" sz="quarter" idx="96"/>
          </p:nvPr>
        </p:nvSpPr>
        <p:spPr>
          <a:xfrm>
            <a:off x="621629" y="21268894"/>
            <a:ext cx="6914059" cy="830975"/>
          </a:xfrm>
          <a:prstGeom prst="rect">
            <a:avLst/>
          </a:prstGeom>
        </p:spPr>
        <p:txBody>
          <a:bodyPr wrap="square" lIns="228589" tIns="228589" rIns="228589" bIns="228589">
            <a:spAutoFit/>
          </a:bodyPr>
          <a:lstStyle>
            <a:lvl1pPr marL="0" indent="0">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54" name="Picture Placeholder 13"/>
          <p:cNvSpPr>
            <a:spLocks noGrp="1"/>
          </p:cNvSpPr>
          <p:nvPr>
            <p:ph type="pic" sz="quarter" idx="152"/>
          </p:nvPr>
        </p:nvSpPr>
        <p:spPr>
          <a:xfrm>
            <a:off x="24724382"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a:t>Click icon to add picture</a:t>
            </a:r>
            <a:endParaRPr lang="en-US" noProof="0" dirty="0"/>
          </a:p>
        </p:txBody>
      </p:sp>
      <p:sp>
        <p:nvSpPr>
          <p:cNvPr id="55" name="Picture Placeholder 13"/>
          <p:cNvSpPr>
            <a:spLocks noGrp="1"/>
          </p:cNvSpPr>
          <p:nvPr>
            <p:ph type="pic" sz="quarter" idx="153"/>
          </p:nvPr>
        </p:nvSpPr>
        <p:spPr>
          <a:xfrm>
            <a:off x="8405676"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a:t>Click icon to add picture</a:t>
            </a:r>
            <a:endParaRPr lang="en-US" noProof="0" dirty="0"/>
          </a:p>
        </p:txBody>
      </p:sp>
      <p:sp>
        <p:nvSpPr>
          <p:cNvPr id="56" name="Picture Placeholder 13"/>
          <p:cNvSpPr>
            <a:spLocks noGrp="1"/>
          </p:cNvSpPr>
          <p:nvPr>
            <p:ph type="pic" sz="quarter" idx="154"/>
          </p:nvPr>
        </p:nvSpPr>
        <p:spPr>
          <a:xfrm>
            <a:off x="2966107"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a:t>Click icon to add picture</a:t>
            </a:r>
            <a:endParaRPr lang="en-US" noProof="0" dirty="0"/>
          </a:p>
        </p:txBody>
      </p:sp>
      <p:sp>
        <p:nvSpPr>
          <p:cNvPr id="57" name="Picture Placeholder 13"/>
          <p:cNvSpPr>
            <a:spLocks noGrp="1"/>
          </p:cNvSpPr>
          <p:nvPr>
            <p:ph type="pic" sz="quarter" idx="155"/>
          </p:nvPr>
        </p:nvSpPr>
        <p:spPr>
          <a:xfrm>
            <a:off x="19284813"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a:t>Click icon to add picture</a:t>
            </a:r>
            <a:endParaRPr lang="en-US" noProof="0" dirty="0"/>
          </a:p>
        </p:txBody>
      </p:sp>
      <p:sp>
        <p:nvSpPr>
          <p:cNvPr id="58" name="Picture Placeholder 13"/>
          <p:cNvSpPr>
            <a:spLocks noGrp="1"/>
          </p:cNvSpPr>
          <p:nvPr>
            <p:ph type="pic" sz="quarter" idx="156"/>
          </p:nvPr>
        </p:nvSpPr>
        <p:spPr>
          <a:xfrm>
            <a:off x="13845244"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a:t>Click icon to add picture</a:t>
            </a:r>
            <a:endParaRPr lang="en-US" noProof="0" dirty="0"/>
          </a:p>
        </p:txBody>
      </p:sp>
      <p:pic>
        <p:nvPicPr>
          <p:cNvPr id="31" name="Picture 7" descr="DOE_Office_Science_white.png">
            <a:extLst>
              <a:ext uri="{FF2B5EF4-FFF2-40B4-BE49-F238E27FC236}">
                <a16:creationId xmlns:a16="http://schemas.microsoft.com/office/drawing/2014/main" id="{90B4B1B6-EE0A-2B4A-939F-B9E481B3B603}"/>
              </a:ext>
            </a:extLst>
          </p:cNvPr>
          <p:cNvPicPr>
            <a:picLocks noChangeAspect="1"/>
          </p:cNvPicPr>
          <p:nvPr userDrawn="1"/>
        </p:nvPicPr>
        <p:blipFill>
          <a:blip r:embed="rId2" cstate="email">
            <a:extLst>
              <a:ext uri="{28A0092B-C50C-407E-A947-70E740481C1C}">
                <a14:useLocalDpi xmlns:a14="http://schemas.microsoft.com/office/drawing/2010/main" val="0"/>
              </a:ext>
            </a:extLst>
          </a:blip>
          <a:srcRect r="6706"/>
          <a:stretch>
            <a:fillRect/>
          </a:stretch>
        </p:blipFill>
        <p:spPr bwMode="auto">
          <a:xfrm>
            <a:off x="634108" y="4748670"/>
            <a:ext cx="3684588" cy="14319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5" name="Title 1">
            <a:extLst>
              <a:ext uri="{FF2B5EF4-FFF2-40B4-BE49-F238E27FC236}">
                <a16:creationId xmlns:a16="http://schemas.microsoft.com/office/drawing/2014/main" id="{FDCE58A1-DE8F-134A-A29F-4E8D963BECC4}"/>
              </a:ext>
            </a:extLst>
          </p:cNvPr>
          <p:cNvSpPr>
            <a:spLocks noGrp="1"/>
          </p:cNvSpPr>
          <p:nvPr>
            <p:ph type="title"/>
          </p:nvPr>
        </p:nvSpPr>
        <p:spPr>
          <a:xfrm>
            <a:off x="4710510" y="766763"/>
            <a:ext cx="24851952" cy="1930400"/>
          </a:xfrm>
          <a:prstGeom prst="rect">
            <a:avLst/>
          </a:prstGeom>
        </p:spPr>
        <p:txBody>
          <a:bodyPr lIns="91436" tIns="45717" rIns="91436" bIns="45717" anchor="ctr" anchorCtr="0"/>
          <a:lstStyle>
            <a:lvl1pPr algn="l">
              <a:defRPr sz="5500" b="1">
                <a:solidFill>
                  <a:schemeClr val="bg1"/>
                </a:solidFill>
                <a:latin typeface="+mj-lt"/>
              </a:defRPr>
            </a:lvl1pPr>
          </a:lstStyle>
          <a:p>
            <a:r>
              <a:rPr lang="en-US"/>
              <a:t>Click to edit Master title style</a:t>
            </a:r>
            <a:endParaRPr lang="en-US" dirty="0"/>
          </a:p>
        </p:txBody>
      </p:sp>
      <p:sp>
        <p:nvSpPr>
          <p:cNvPr id="36" name="Text Placeholder 76">
            <a:extLst>
              <a:ext uri="{FF2B5EF4-FFF2-40B4-BE49-F238E27FC236}">
                <a16:creationId xmlns:a16="http://schemas.microsoft.com/office/drawing/2014/main" id="{5C9B36EC-11F0-304E-B3D2-44C2660AC7F7}"/>
              </a:ext>
            </a:extLst>
          </p:cNvPr>
          <p:cNvSpPr>
            <a:spLocks noGrp="1"/>
          </p:cNvSpPr>
          <p:nvPr>
            <p:ph type="body" sz="quarter" idx="150"/>
          </p:nvPr>
        </p:nvSpPr>
        <p:spPr>
          <a:xfrm>
            <a:off x="4710511" y="4454845"/>
            <a:ext cx="24851950" cy="1706880"/>
          </a:xfrm>
          <a:prstGeom prst="rect">
            <a:avLst/>
          </a:prstGeom>
        </p:spPr>
        <p:txBody>
          <a:bodyPr anchor="ctr"/>
          <a:lstStyle>
            <a:lvl1pPr algn="l">
              <a:buFontTx/>
              <a:buNone/>
              <a:defRPr sz="3300">
                <a:solidFill>
                  <a:schemeClr val="bg1"/>
                </a:solidFill>
                <a:latin typeface="+mj-lt"/>
              </a:defRPr>
            </a:lvl1pPr>
            <a:lvl2pPr>
              <a:buFontTx/>
              <a:buNone/>
              <a:defRPr sz="6600"/>
            </a:lvl2pPr>
            <a:lvl3pPr>
              <a:buFontTx/>
              <a:buNone/>
              <a:defRPr sz="6600"/>
            </a:lvl3pPr>
            <a:lvl4pPr>
              <a:buFontTx/>
              <a:buNone/>
              <a:defRPr sz="6600"/>
            </a:lvl4pPr>
            <a:lvl5pPr>
              <a:buFontTx/>
              <a:buNone/>
              <a:defRPr sz="6600"/>
            </a:lvl5pPr>
          </a:lstStyle>
          <a:p>
            <a:pPr lvl="0"/>
            <a:r>
              <a:rPr lang="en-US"/>
              <a:t>Click to edit Master text styles</a:t>
            </a:r>
          </a:p>
        </p:txBody>
      </p:sp>
      <p:sp>
        <p:nvSpPr>
          <p:cNvPr id="37" name="Text Placeholder 76">
            <a:extLst>
              <a:ext uri="{FF2B5EF4-FFF2-40B4-BE49-F238E27FC236}">
                <a16:creationId xmlns:a16="http://schemas.microsoft.com/office/drawing/2014/main" id="{26463ECE-D6F7-A045-8217-6E811C58AF1D}"/>
              </a:ext>
            </a:extLst>
          </p:cNvPr>
          <p:cNvSpPr>
            <a:spLocks noGrp="1"/>
          </p:cNvSpPr>
          <p:nvPr>
            <p:ph type="body" sz="quarter" idx="151"/>
          </p:nvPr>
        </p:nvSpPr>
        <p:spPr>
          <a:xfrm>
            <a:off x="4710510" y="2747965"/>
            <a:ext cx="24851951" cy="1706880"/>
          </a:xfrm>
          <a:prstGeom prst="rect">
            <a:avLst/>
          </a:prstGeom>
        </p:spPr>
        <p:txBody>
          <a:bodyPr anchor="ctr"/>
          <a:lstStyle>
            <a:lvl1pPr algn="l">
              <a:buFontTx/>
              <a:buNone/>
              <a:defRPr sz="4400">
                <a:solidFill>
                  <a:schemeClr val="bg1"/>
                </a:solidFill>
              </a:defRPr>
            </a:lvl1pPr>
            <a:lvl2pPr>
              <a:buFontTx/>
              <a:buNone/>
              <a:defRPr sz="6600"/>
            </a:lvl2pPr>
            <a:lvl3pPr>
              <a:buFontTx/>
              <a:buNone/>
              <a:defRPr sz="6600"/>
            </a:lvl3pPr>
            <a:lvl4pPr>
              <a:buFontTx/>
              <a:buNone/>
              <a:defRPr sz="6600"/>
            </a:lvl4pPr>
            <a:lvl5pPr>
              <a:buFontTx/>
              <a:buNone/>
              <a:defRPr sz="6600"/>
            </a:lvl5pPr>
          </a:lstStyle>
          <a:p>
            <a:pPr lvl="0"/>
            <a:r>
              <a:rPr lang="en-US"/>
              <a:t>Click to edit Master text styles</a:t>
            </a:r>
          </a:p>
        </p:txBody>
      </p:sp>
    </p:spTree>
    <p:extLst>
      <p:ext uri="{BB962C8B-B14F-4D97-AF65-F5344CB8AC3E}">
        <p14:creationId xmlns:p14="http://schemas.microsoft.com/office/powerpoint/2010/main" val="37715255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BNL Wide-Center Teal V Poster ">
    <p:spTree>
      <p:nvGrpSpPr>
        <p:cNvPr id="1" name=""/>
        <p:cNvGrpSpPr/>
        <p:nvPr/>
      </p:nvGrpSpPr>
      <p:grpSpPr>
        <a:xfrm>
          <a:off x="0" y="0"/>
          <a:ext cx="0" cy="0"/>
          <a:chOff x="0" y="0"/>
          <a:chExt cx="0" cy="0"/>
        </a:xfrm>
      </p:grpSpPr>
      <p:sp>
        <p:nvSpPr>
          <p:cNvPr id="7" name="Picture Placeholder 13"/>
          <p:cNvSpPr>
            <a:spLocks noGrp="1"/>
          </p:cNvSpPr>
          <p:nvPr>
            <p:ph type="pic" sz="quarter" idx="152"/>
          </p:nvPr>
        </p:nvSpPr>
        <p:spPr>
          <a:xfrm>
            <a:off x="24724382"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8" name="Picture Placeholder 13"/>
          <p:cNvSpPr>
            <a:spLocks noGrp="1"/>
          </p:cNvSpPr>
          <p:nvPr>
            <p:ph type="pic" sz="quarter" idx="153"/>
          </p:nvPr>
        </p:nvSpPr>
        <p:spPr>
          <a:xfrm>
            <a:off x="8405676"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9" name="Picture Placeholder 13"/>
          <p:cNvSpPr>
            <a:spLocks noGrp="1"/>
          </p:cNvSpPr>
          <p:nvPr>
            <p:ph type="pic" sz="quarter" idx="154"/>
          </p:nvPr>
        </p:nvSpPr>
        <p:spPr>
          <a:xfrm>
            <a:off x="2966107"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10" name="Picture Placeholder 13"/>
          <p:cNvSpPr>
            <a:spLocks noGrp="1"/>
          </p:cNvSpPr>
          <p:nvPr>
            <p:ph type="pic" sz="quarter" idx="155"/>
          </p:nvPr>
        </p:nvSpPr>
        <p:spPr>
          <a:xfrm>
            <a:off x="19284813"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11" name="Picture Placeholder 13"/>
          <p:cNvSpPr>
            <a:spLocks noGrp="1"/>
          </p:cNvSpPr>
          <p:nvPr>
            <p:ph type="pic" sz="quarter" idx="156"/>
          </p:nvPr>
        </p:nvSpPr>
        <p:spPr>
          <a:xfrm>
            <a:off x="13845244"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12" name="Text Placeholder 3"/>
          <p:cNvSpPr>
            <a:spLocks noGrp="1"/>
          </p:cNvSpPr>
          <p:nvPr>
            <p:ph type="body" sz="quarter" idx="10"/>
          </p:nvPr>
        </p:nvSpPr>
        <p:spPr>
          <a:xfrm>
            <a:off x="637151" y="9270396"/>
            <a:ext cx="6914059"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13" name="Text Placeholder 5"/>
          <p:cNvSpPr>
            <a:spLocks noGrp="1"/>
          </p:cNvSpPr>
          <p:nvPr>
            <p:ph type="body" sz="quarter" idx="11"/>
          </p:nvPr>
        </p:nvSpPr>
        <p:spPr>
          <a:xfrm>
            <a:off x="634110" y="8033414"/>
            <a:ext cx="6908601" cy="891334"/>
          </a:xfrm>
          <a:prstGeom prst="rect">
            <a:avLst/>
          </a:prstGeom>
          <a:solidFill>
            <a:schemeClr val="accent1"/>
          </a:solidFill>
        </p:spPr>
        <p:txBody>
          <a:bodyPr lIns="182880" tIns="182880" rIns="182880" bIns="182880" anchor="ctr" anchorCtr="0">
            <a:spAutoFit/>
          </a:bodyPr>
          <a:lstStyle>
            <a:lvl1pPr algn="ctr">
              <a:buNone/>
              <a:defRPr sz="3392" b="1" baseline="0">
                <a:solidFill>
                  <a:schemeClr val="bg1"/>
                </a:solidFill>
              </a:defRPr>
            </a:lvl1pPr>
          </a:lstStyle>
          <a:p>
            <a:pPr lvl="0"/>
            <a:r>
              <a:rPr lang="en-US" dirty="0"/>
              <a:t>Click to edit Master text styles</a:t>
            </a:r>
          </a:p>
        </p:txBody>
      </p:sp>
      <p:sp>
        <p:nvSpPr>
          <p:cNvPr id="14" name="Text Placeholder 3"/>
          <p:cNvSpPr>
            <a:spLocks noGrp="1"/>
          </p:cNvSpPr>
          <p:nvPr>
            <p:ph type="body" sz="quarter" idx="19"/>
          </p:nvPr>
        </p:nvSpPr>
        <p:spPr>
          <a:xfrm>
            <a:off x="620537" y="20640400"/>
            <a:ext cx="6915150"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dirty="0"/>
              <a:t>Click to edit Master text styles</a:t>
            </a:r>
          </a:p>
        </p:txBody>
      </p:sp>
      <p:sp>
        <p:nvSpPr>
          <p:cNvPr id="15" name="Text Placeholder 5"/>
          <p:cNvSpPr>
            <a:spLocks noGrp="1"/>
          </p:cNvSpPr>
          <p:nvPr>
            <p:ph type="body" sz="quarter" idx="20"/>
          </p:nvPr>
        </p:nvSpPr>
        <p:spPr>
          <a:xfrm>
            <a:off x="634108" y="19386724"/>
            <a:ext cx="6909693"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16" name="Text Placeholder 3"/>
          <p:cNvSpPr>
            <a:spLocks noGrp="1"/>
          </p:cNvSpPr>
          <p:nvPr>
            <p:ph type="body" sz="quarter" idx="21"/>
          </p:nvPr>
        </p:nvSpPr>
        <p:spPr>
          <a:xfrm>
            <a:off x="8003043" y="9270396"/>
            <a:ext cx="14141350"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17" name="Text Placeholder 5"/>
          <p:cNvSpPr>
            <a:spLocks noGrp="1"/>
          </p:cNvSpPr>
          <p:nvPr>
            <p:ph type="body" sz="quarter" idx="22"/>
          </p:nvPr>
        </p:nvSpPr>
        <p:spPr>
          <a:xfrm>
            <a:off x="7987520" y="8033414"/>
            <a:ext cx="14138924"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18" name="Text Placeholder 3"/>
          <p:cNvSpPr>
            <a:spLocks noGrp="1"/>
          </p:cNvSpPr>
          <p:nvPr>
            <p:ph type="body" sz="quarter" idx="23"/>
          </p:nvPr>
        </p:nvSpPr>
        <p:spPr>
          <a:xfrm>
            <a:off x="8018563" y="20640400"/>
            <a:ext cx="14110306"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19" name="Text Placeholder 5"/>
          <p:cNvSpPr>
            <a:spLocks noGrp="1"/>
          </p:cNvSpPr>
          <p:nvPr>
            <p:ph type="body" sz="quarter" idx="24"/>
          </p:nvPr>
        </p:nvSpPr>
        <p:spPr>
          <a:xfrm>
            <a:off x="8003042" y="19386974"/>
            <a:ext cx="14141351"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0" name="Text Placeholder 5"/>
          <p:cNvSpPr>
            <a:spLocks noGrp="1"/>
          </p:cNvSpPr>
          <p:nvPr>
            <p:ph type="body" sz="quarter" idx="25"/>
          </p:nvPr>
        </p:nvSpPr>
        <p:spPr>
          <a:xfrm>
            <a:off x="7987519" y="31520560"/>
            <a:ext cx="14141350"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1" name="Text Placeholder 3"/>
          <p:cNvSpPr>
            <a:spLocks noGrp="1"/>
          </p:cNvSpPr>
          <p:nvPr>
            <p:ph type="body" sz="quarter" idx="26"/>
          </p:nvPr>
        </p:nvSpPr>
        <p:spPr>
          <a:xfrm>
            <a:off x="8003041" y="32803875"/>
            <a:ext cx="14141350"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2" name="Text Placeholder 5"/>
          <p:cNvSpPr>
            <a:spLocks noGrp="1"/>
          </p:cNvSpPr>
          <p:nvPr>
            <p:ph type="body" sz="quarter" idx="27"/>
          </p:nvPr>
        </p:nvSpPr>
        <p:spPr>
          <a:xfrm>
            <a:off x="22631853" y="8033414"/>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3" name="Text Placeholder 3"/>
          <p:cNvSpPr>
            <a:spLocks noGrp="1"/>
          </p:cNvSpPr>
          <p:nvPr>
            <p:ph type="body" sz="quarter" idx="28"/>
          </p:nvPr>
        </p:nvSpPr>
        <p:spPr>
          <a:xfrm>
            <a:off x="22645858" y="9270396"/>
            <a:ext cx="6915244"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4" name="Text Placeholder 5"/>
          <p:cNvSpPr>
            <a:spLocks noGrp="1"/>
          </p:cNvSpPr>
          <p:nvPr>
            <p:ph type="body" sz="quarter" idx="29"/>
          </p:nvPr>
        </p:nvSpPr>
        <p:spPr>
          <a:xfrm>
            <a:off x="22635765" y="31520560"/>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5" name="Text Placeholder 3"/>
          <p:cNvSpPr>
            <a:spLocks noGrp="1"/>
          </p:cNvSpPr>
          <p:nvPr>
            <p:ph type="body" sz="quarter" idx="30"/>
          </p:nvPr>
        </p:nvSpPr>
        <p:spPr>
          <a:xfrm>
            <a:off x="22635766" y="32803875"/>
            <a:ext cx="6910785"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6" name="Text Placeholder 5"/>
          <p:cNvSpPr>
            <a:spLocks noGrp="1"/>
          </p:cNvSpPr>
          <p:nvPr>
            <p:ph type="body" sz="quarter" idx="157"/>
          </p:nvPr>
        </p:nvSpPr>
        <p:spPr>
          <a:xfrm>
            <a:off x="22635765" y="19387224"/>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7" name="Text Placeholder 3"/>
          <p:cNvSpPr>
            <a:spLocks noGrp="1"/>
          </p:cNvSpPr>
          <p:nvPr>
            <p:ph type="body" sz="quarter" idx="158"/>
          </p:nvPr>
        </p:nvSpPr>
        <p:spPr>
          <a:xfrm>
            <a:off x="22635766" y="20683712"/>
            <a:ext cx="6910785"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pic>
        <p:nvPicPr>
          <p:cNvPr id="30" name="Picture 7" descr="DOE_Office_Science_white.png">
            <a:extLst>
              <a:ext uri="{FF2B5EF4-FFF2-40B4-BE49-F238E27FC236}">
                <a16:creationId xmlns:a16="http://schemas.microsoft.com/office/drawing/2014/main" id="{673D2F0C-F6F5-6248-BDB0-9E97955C1A01}"/>
              </a:ext>
            </a:extLst>
          </p:cNvPr>
          <p:cNvPicPr>
            <a:picLocks noChangeAspect="1"/>
          </p:cNvPicPr>
          <p:nvPr userDrawn="1"/>
        </p:nvPicPr>
        <p:blipFill>
          <a:blip r:embed="rId2" cstate="email">
            <a:extLst>
              <a:ext uri="{28A0092B-C50C-407E-A947-70E740481C1C}">
                <a14:useLocalDpi xmlns:a14="http://schemas.microsoft.com/office/drawing/2010/main" val="0"/>
              </a:ext>
            </a:extLst>
          </a:blip>
          <a:srcRect r="6706"/>
          <a:stretch>
            <a:fillRect/>
          </a:stretch>
        </p:blipFill>
        <p:spPr bwMode="auto">
          <a:xfrm>
            <a:off x="634108" y="4748670"/>
            <a:ext cx="3684588" cy="14319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8" name="Title 1">
            <a:extLst>
              <a:ext uri="{FF2B5EF4-FFF2-40B4-BE49-F238E27FC236}">
                <a16:creationId xmlns:a16="http://schemas.microsoft.com/office/drawing/2014/main" id="{AF769A21-1E1B-5D41-9374-BC9F764E393A}"/>
              </a:ext>
            </a:extLst>
          </p:cNvPr>
          <p:cNvSpPr>
            <a:spLocks noGrp="1"/>
          </p:cNvSpPr>
          <p:nvPr>
            <p:ph type="title"/>
          </p:nvPr>
        </p:nvSpPr>
        <p:spPr>
          <a:xfrm>
            <a:off x="4710510" y="766763"/>
            <a:ext cx="24851952" cy="1930400"/>
          </a:xfrm>
          <a:prstGeom prst="rect">
            <a:avLst/>
          </a:prstGeom>
        </p:spPr>
        <p:txBody>
          <a:bodyPr lIns="91436" tIns="45717" rIns="91436" bIns="45717" anchor="ctr" anchorCtr="0"/>
          <a:lstStyle>
            <a:lvl1pPr algn="l">
              <a:defRPr sz="5500" b="1">
                <a:solidFill>
                  <a:schemeClr val="bg1"/>
                </a:solidFill>
                <a:latin typeface="+mj-lt"/>
              </a:defRPr>
            </a:lvl1pPr>
          </a:lstStyle>
          <a:p>
            <a:r>
              <a:rPr lang="en-US" dirty="0"/>
              <a:t>Click to edit Master title style</a:t>
            </a:r>
          </a:p>
        </p:txBody>
      </p:sp>
      <p:sp>
        <p:nvSpPr>
          <p:cNvPr id="29" name="Text Placeholder 76">
            <a:extLst>
              <a:ext uri="{FF2B5EF4-FFF2-40B4-BE49-F238E27FC236}">
                <a16:creationId xmlns:a16="http://schemas.microsoft.com/office/drawing/2014/main" id="{A862EA06-82BC-F041-A292-2A7AD8949C57}"/>
              </a:ext>
            </a:extLst>
          </p:cNvPr>
          <p:cNvSpPr>
            <a:spLocks noGrp="1"/>
          </p:cNvSpPr>
          <p:nvPr>
            <p:ph type="body" sz="quarter" idx="150"/>
          </p:nvPr>
        </p:nvSpPr>
        <p:spPr>
          <a:xfrm>
            <a:off x="4710511" y="4454845"/>
            <a:ext cx="24851950" cy="1706880"/>
          </a:xfrm>
          <a:prstGeom prst="rect">
            <a:avLst/>
          </a:prstGeom>
        </p:spPr>
        <p:txBody>
          <a:bodyPr anchor="ctr"/>
          <a:lstStyle>
            <a:lvl1pPr algn="l">
              <a:buFontTx/>
              <a:buNone/>
              <a:defRPr sz="3300">
                <a:solidFill>
                  <a:schemeClr val="bg1"/>
                </a:solidFill>
                <a:latin typeface="+mj-lt"/>
              </a:defRPr>
            </a:lvl1pPr>
            <a:lvl2pPr>
              <a:buFontTx/>
              <a:buNone/>
              <a:defRPr sz="6600"/>
            </a:lvl2pPr>
            <a:lvl3pPr>
              <a:buFontTx/>
              <a:buNone/>
              <a:defRPr sz="6600"/>
            </a:lvl3pPr>
            <a:lvl4pPr>
              <a:buFontTx/>
              <a:buNone/>
              <a:defRPr sz="6600"/>
            </a:lvl4pPr>
            <a:lvl5pPr>
              <a:buFontTx/>
              <a:buNone/>
              <a:defRPr sz="6600"/>
            </a:lvl5pPr>
          </a:lstStyle>
          <a:p>
            <a:pPr lvl="0"/>
            <a:r>
              <a:rPr lang="en-US" dirty="0"/>
              <a:t>Click to edit Master text styles</a:t>
            </a:r>
          </a:p>
        </p:txBody>
      </p:sp>
      <p:sp>
        <p:nvSpPr>
          <p:cNvPr id="31" name="Text Placeholder 76">
            <a:extLst>
              <a:ext uri="{FF2B5EF4-FFF2-40B4-BE49-F238E27FC236}">
                <a16:creationId xmlns:a16="http://schemas.microsoft.com/office/drawing/2014/main" id="{DEC750F6-9F0B-DD42-A794-C0A74EA3561F}"/>
              </a:ext>
            </a:extLst>
          </p:cNvPr>
          <p:cNvSpPr>
            <a:spLocks noGrp="1"/>
          </p:cNvSpPr>
          <p:nvPr>
            <p:ph type="body" sz="quarter" idx="151"/>
          </p:nvPr>
        </p:nvSpPr>
        <p:spPr>
          <a:xfrm>
            <a:off x="4710510" y="2747965"/>
            <a:ext cx="24851951" cy="1706880"/>
          </a:xfrm>
          <a:prstGeom prst="rect">
            <a:avLst/>
          </a:prstGeom>
        </p:spPr>
        <p:txBody>
          <a:bodyPr anchor="ctr"/>
          <a:lstStyle>
            <a:lvl1pPr algn="l">
              <a:buFontTx/>
              <a:buNone/>
              <a:defRPr sz="4400">
                <a:solidFill>
                  <a:schemeClr val="bg1"/>
                </a:solidFill>
              </a:defRPr>
            </a:lvl1pPr>
            <a:lvl2pPr>
              <a:buFontTx/>
              <a:buNone/>
              <a:defRPr sz="6600"/>
            </a:lvl2pPr>
            <a:lvl3pPr>
              <a:buFontTx/>
              <a:buNone/>
              <a:defRPr sz="6600"/>
            </a:lvl3pPr>
            <a:lvl4pPr>
              <a:buFontTx/>
              <a:buNone/>
              <a:defRPr sz="6600"/>
            </a:lvl4pPr>
            <a:lvl5pPr>
              <a:buFontTx/>
              <a:buNone/>
              <a:defRPr sz="6600"/>
            </a:lvl5pPr>
          </a:lstStyle>
          <a:p>
            <a:pPr lvl="0"/>
            <a:r>
              <a:rPr lang="en-US" dirty="0"/>
              <a:t>Click to edit Master text styles</a:t>
            </a:r>
          </a:p>
        </p:txBody>
      </p:sp>
    </p:spTree>
    <p:extLst>
      <p:ext uri="{BB962C8B-B14F-4D97-AF65-F5344CB8AC3E}">
        <p14:creationId xmlns:p14="http://schemas.microsoft.com/office/powerpoint/2010/main" val="40697079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BNL Right-Highlight Teal V Poster">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621629" y="9236529"/>
            <a:ext cx="6914059"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dirty="0"/>
              <a:t>Click to edit Master text styles</a:t>
            </a:r>
          </a:p>
        </p:txBody>
      </p:sp>
      <p:sp>
        <p:nvSpPr>
          <p:cNvPr id="6" name="Text Placeholder 5"/>
          <p:cNvSpPr>
            <a:spLocks noGrp="1"/>
          </p:cNvSpPr>
          <p:nvPr>
            <p:ph type="body" sz="quarter" idx="11"/>
          </p:nvPr>
        </p:nvSpPr>
        <p:spPr>
          <a:xfrm>
            <a:off x="634110" y="8033413"/>
            <a:ext cx="6908601" cy="891334"/>
          </a:xfrm>
          <a:prstGeom prst="rect">
            <a:avLst/>
          </a:prstGeom>
          <a:solidFill>
            <a:schemeClr val="accent1"/>
          </a:solidFill>
        </p:spPr>
        <p:txBody>
          <a:bodyPr lIns="182880" tIns="182880" rIns="182880" bIns="182880" anchor="ctr" anchorCtr="0">
            <a:spAutoFit/>
          </a:bodyPr>
          <a:lstStyle>
            <a:lvl1pPr algn="ctr">
              <a:buNone/>
              <a:defRPr sz="3392" b="1" baseline="0">
                <a:solidFill>
                  <a:schemeClr val="bg1"/>
                </a:solidFill>
              </a:defRPr>
            </a:lvl1pPr>
          </a:lstStyle>
          <a:p>
            <a:pPr lvl="0"/>
            <a:r>
              <a:rPr lang="en-US" dirty="0"/>
              <a:t>Click to edit Master text styles</a:t>
            </a:r>
          </a:p>
        </p:txBody>
      </p:sp>
      <p:sp>
        <p:nvSpPr>
          <p:cNvPr id="19" name="Text Placeholder 3"/>
          <p:cNvSpPr>
            <a:spLocks noGrp="1"/>
          </p:cNvSpPr>
          <p:nvPr>
            <p:ph type="body" sz="quarter" idx="19"/>
          </p:nvPr>
        </p:nvSpPr>
        <p:spPr>
          <a:xfrm>
            <a:off x="620537" y="20647924"/>
            <a:ext cx="6915150"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0" name="Text Placeholder 5"/>
          <p:cNvSpPr>
            <a:spLocks noGrp="1"/>
          </p:cNvSpPr>
          <p:nvPr>
            <p:ph type="body" sz="quarter" idx="20"/>
          </p:nvPr>
        </p:nvSpPr>
        <p:spPr>
          <a:xfrm>
            <a:off x="634108" y="19386724"/>
            <a:ext cx="6909693"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1" name="Text Placeholder 3"/>
          <p:cNvSpPr>
            <a:spLocks noGrp="1"/>
          </p:cNvSpPr>
          <p:nvPr>
            <p:ph type="body" sz="quarter" idx="21"/>
          </p:nvPr>
        </p:nvSpPr>
        <p:spPr>
          <a:xfrm>
            <a:off x="8018565" y="9236529"/>
            <a:ext cx="14141350"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2" name="Text Placeholder 5"/>
          <p:cNvSpPr>
            <a:spLocks noGrp="1"/>
          </p:cNvSpPr>
          <p:nvPr>
            <p:ph type="body" sz="quarter" idx="22"/>
          </p:nvPr>
        </p:nvSpPr>
        <p:spPr>
          <a:xfrm>
            <a:off x="8018563" y="8033413"/>
            <a:ext cx="14141353"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3" name="Text Placeholder 3"/>
          <p:cNvSpPr>
            <a:spLocks noGrp="1"/>
          </p:cNvSpPr>
          <p:nvPr>
            <p:ph type="body" sz="quarter" idx="23"/>
          </p:nvPr>
        </p:nvSpPr>
        <p:spPr>
          <a:xfrm>
            <a:off x="8018563" y="20647924"/>
            <a:ext cx="14141350"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4" name="Text Placeholder 5"/>
          <p:cNvSpPr>
            <a:spLocks noGrp="1"/>
          </p:cNvSpPr>
          <p:nvPr>
            <p:ph type="body" sz="quarter" idx="24"/>
          </p:nvPr>
        </p:nvSpPr>
        <p:spPr>
          <a:xfrm>
            <a:off x="8018563" y="19386724"/>
            <a:ext cx="14141353"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5"/>
          </p:nvPr>
        </p:nvSpPr>
        <p:spPr>
          <a:xfrm>
            <a:off x="8018563" y="31520560"/>
            <a:ext cx="14141350"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6" name="Text Placeholder 3"/>
          <p:cNvSpPr>
            <a:spLocks noGrp="1"/>
          </p:cNvSpPr>
          <p:nvPr>
            <p:ph type="body" sz="quarter" idx="26"/>
          </p:nvPr>
        </p:nvSpPr>
        <p:spPr>
          <a:xfrm>
            <a:off x="8018563" y="32709801"/>
            <a:ext cx="14141350"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7" name="Text Placeholder 5"/>
          <p:cNvSpPr>
            <a:spLocks noGrp="1"/>
          </p:cNvSpPr>
          <p:nvPr>
            <p:ph type="body" sz="quarter" idx="27"/>
          </p:nvPr>
        </p:nvSpPr>
        <p:spPr>
          <a:xfrm>
            <a:off x="22631853" y="8033413"/>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28" name="Text Placeholder 3"/>
          <p:cNvSpPr>
            <a:spLocks noGrp="1"/>
          </p:cNvSpPr>
          <p:nvPr>
            <p:ph type="body" sz="quarter" idx="28"/>
          </p:nvPr>
        </p:nvSpPr>
        <p:spPr>
          <a:xfrm>
            <a:off x="22645858" y="9236529"/>
            <a:ext cx="6850535"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29" name="Text Placeholder 5"/>
          <p:cNvSpPr>
            <a:spLocks noGrp="1"/>
          </p:cNvSpPr>
          <p:nvPr>
            <p:ph type="body" sz="quarter" idx="29"/>
          </p:nvPr>
        </p:nvSpPr>
        <p:spPr>
          <a:xfrm>
            <a:off x="22635765" y="31520560"/>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30" name="Text Placeholder 3"/>
          <p:cNvSpPr>
            <a:spLocks noGrp="1"/>
          </p:cNvSpPr>
          <p:nvPr>
            <p:ph type="body" sz="quarter" idx="30"/>
          </p:nvPr>
        </p:nvSpPr>
        <p:spPr>
          <a:xfrm>
            <a:off x="22635766" y="32709801"/>
            <a:ext cx="6910785"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sp>
        <p:nvSpPr>
          <p:cNvPr id="52" name="Picture Placeholder 13"/>
          <p:cNvSpPr>
            <a:spLocks noGrp="1"/>
          </p:cNvSpPr>
          <p:nvPr>
            <p:ph type="pic" sz="quarter" idx="152"/>
          </p:nvPr>
        </p:nvSpPr>
        <p:spPr>
          <a:xfrm>
            <a:off x="24724382"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53" name="Picture Placeholder 13"/>
          <p:cNvSpPr>
            <a:spLocks noGrp="1"/>
          </p:cNvSpPr>
          <p:nvPr>
            <p:ph type="pic" sz="quarter" idx="153"/>
          </p:nvPr>
        </p:nvSpPr>
        <p:spPr>
          <a:xfrm>
            <a:off x="8405676"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54" name="Picture Placeholder 13"/>
          <p:cNvSpPr>
            <a:spLocks noGrp="1"/>
          </p:cNvSpPr>
          <p:nvPr>
            <p:ph type="pic" sz="quarter" idx="154"/>
          </p:nvPr>
        </p:nvSpPr>
        <p:spPr>
          <a:xfrm>
            <a:off x="2966107"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55" name="Picture Placeholder 13"/>
          <p:cNvSpPr>
            <a:spLocks noGrp="1"/>
          </p:cNvSpPr>
          <p:nvPr>
            <p:ph type="pic" sz="quarter" idx="155"/>
          </p:nvPr>
        </p:nvSpPr>
        <p:spPr>
          <a:xfrm>
            <a:off x="19284813"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56" name="Picture Placeholder 13"/>
          <p:cNvSpPr>
            <a:spLocks noGrp="1"/>
          </p:cNvSpPr>
          <p:nvPr>
            <p:ph type="pic" sz="quarter" idx="156"/>
          </p:nvPr>
        </p:nvSpPr>
        <p:spPr>
          <a:xfrm>
            <a:off x="13845244" y="40360604"/>
            <a:ext cx="2200275" cy="3048000"/>
          </a:xfrm>
          <a:prstGeom prst="rect">
            <a:avLst/>
          </a:prstGeom>
          <a:noFill/>
          <a:ln>
            <a:noFill/>
          </a:ln>
          <a:effectLst/>
        </p:spPr>
        <p:txBody>
          <a:bodyPr lIns="91436" tIns="45717" rIns="91436" bIns="45717" anchor="ctr"/>
          <a:lstStyle>
            <a:lvl1pPr marL="0" indent="0" algn="ctr">
              <a:buNone/>
              <a:defRPr sz="3667" b="0" baseline="0">
                <a:solidFill>
                  <a:schemeClr val="tx2"/>
                </a:solidFill>
              </a:defRPr>
            </a:lvl1pPr>
          </a:lstStyle>
          <a:p>
            <a:pPr lvl="0"/>
            <a:r>
              <a:rPr lang="en-US" noProof="0" dirty="0"/>
              <a:t>Click icon to add picture</a:t>
            </a:r>
          </a:p>
        </p:txBody>
      </p:sp>
      <p:sp>
        <p:nvSpPr>
          <p:cNvPr id="57" name="Text Placeholder 5"/>
          <p:cNvSpPr>
            <a:spLocks noGrp="1"/>
          </p:cNvSpPr>
          <p:nvPr>
            <p:ph type="body" sz="quarter" idx="157"/>
          </p:nvPr>
        </p:nvSpPr>
        <p:spPr>
          <a:xfrm>
            <a:off x="22635765" y="19386724"/>
            <a:ext cx="6907325" cy="891334"/>
          </a:xfrm>
          <a:prstGeom prst="rect">
            <a:avLst/>
          </a:prstGeom>
          <a:solidFill>
            <a:schemeClr val="accent1"/>
          </a:solidFill>
        </p:spPr>
        <p:txBody>
          <a:bodyPr wrap="square" lIns="182880" tIns="182880" rIns="182880" bIns="182880" anchor="ctr" anchorCtr="0">
            <a:spAutoFit/>
          </a:bodyPr>
          <a:lstStyle>
            <a:lvl1pPr algn="ctr">
              <a:buNone/>
              <a:defRPr sz="3392" b="1" baseline="0">
                <a:solidFill>
                  <a:schemeClr val="bg1"/>
                </a:solidFill>
              </a:defRPr>
            </a:lvl1pPr>
          </a:lstStyle>
          <a:p>
            <a:pPr lvl="0"/>
            <a:r>
              <a:rPr lang="en-US"/>
              <a:t>Click to edit Master text styles</a:t>
            </a:r>
          </a:p>
        </p:txBody>
      </p:sp>
      <p:sp>
        <p:nvSpPr>
          <p:cNvPr id="71" name="Text Placeholder 3"/>
          <p:cNvSpPr>
            <a:spLocks noGrp="1"/>
          </p:cNvSpPr>
          <p:nvPr>
            <p:ph type="body" sz="quarter" idx="158"/>
          </p:nvPr>
        </p:nvSpPr>
        <p:spPr>
          <a:xfrm>
            <a:off x="22635766" y="20647924"/>
            <a:ext cx="6910785" cy="830975"/>
          </a:xfrm>
          <a:prstGeom prst="rect">
            <a:avLst/>
          </a:prstGeom>
        </p:spPr>
        <p:txBody>
          <a:bodyPr wrap="square" lIns="228589" tIns="228589" rIns="228589" bIns="228589">
            <a:spAutoFit/>
          </a:bodyPr>
          <a:lstStyle>
            <a:lvl1pPr marL="314321" indent="-314321">
              <a:buNone/>
              <a:defRPr sz="2200">
                <a:solidFill>
                  <a:srgbClr val="00313C"/>
                </a:solidFill>
                <a:latin typeface="+mn-lt"/>
              </a:defRPr>
            </a:lvl1pPr>
            <a:lvl2pPr marL="1362056" indent="-523867">
              <a:defRPr sz="2292">
                <a:latin typeface="Trebuchet MS" pitchFamily="34" charset="0"/>
              </a:defRPr>
            </a:lvl2pPr>
            <a:lvl3pPr marL="1885924" indent="-523867">
              <a:defRPr sz="2292">
                <a:latin typeface="Trebuchet MS" pitchFamily="34" charset="0"/>
              </a:defRPr>
            </a:lvl3pPr>
            <a:lvl4pPr marL="2462179" indent="-576255">
              <a:defRPr sz="2292">
                <a:latin typeface="Trebuchet MS" pitchFamily="34" charset="0"/>
              </a:defRPr>
            </a:lvl4pPr>
            <a:lvl5pPr marL="2881273" indent="-419094">
              <a:defRPr sz="2292">
                <a:latin typeface="Trebuchet MS" pitchFamily="34" charset="0"/>
              </a:defRPr>
            </a:lvl5pPr>
          </a:lstStyle>
          <a:p>
            <a:pPr lvl="0"/>
            <a:r>
              <a:rPr lang="en-US"/>
              <a:t>Click to edit Master text styles</a:t>
            </a:r>
          </a:p>
        </p:txBody>
      </p:sp>
      <p:pic>
        <p:nvPicPr>
          <p:cNvPr id="34" name="Picture 7" descr="DOE_Office_Science_white.png">
            <a:extLst>
              <a:ext uri="{FF2B5EF4-FFF2-40B4-BE49-F238E27FC236}">
                <a16:creationId xmlns:a16="http://schemas.microsoft.com/office/drawing/2014/main" id="{8E7CA4AE-1215-A941-94DA-37CB0B575BCE}"/>
              </a:ext>
            </a:extLst>
          </p:cNvPr>
          <p:cNvPicPr>
            <a:picLocks noChangeAspect="1"/>
          </p:cNvPicPr>
          <p:nvPr userDrawn="1"/>
        </p:nvPicPr>
        <p:blipFill>
          <a:blip r:embed="rId2" cstate="email">
            <a:extLst>
              <a:ext uri="{28A0092B-C50C-407E-A947-70E740481C1C}">
                <a14:useLocalDpi xmlns:a14="http://schemas.microsoft.com/office/drawing/2010/main" val="0"/>
              </a:ext>
            </a:extLst>
          </a:blip>
          <a:srcRect r="6706"/>
          <a:stretch>
            <a:fillRect/>
          </a:stretch>
        </p:blipFill>
        <p:spPr bwMode="auto">
          <a:xfrm>
            <a:off x="634108" y="4748670"/>
            <a:ext cx="3684588" cy="14319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5" name="Title 1">
            <a:extLst>
              <a:ext uri="{FF2B5EF4-FFF2-40B4-BE49-F238E27FC236}">
                <a16:creationId xmlns:a16="http://schemas.microsoft.com/office/drawing/2014/main" id="{BC12735E-AB4B-C448-ADA9-B1AFB45663FB}"/>
              </a:ext>
            </a:extLst>
          </p:cNvPr>
          <p:cNvSpPr>
            <a:spLocks noGrp="1"/>
          </p:cNvSpPr>
          <p:nvPr>
            <p:ph type="title"/>
          </p:nvPr>
        </p:nvSpPr>
        <p:spPr>
          <a:xfrm>
            <a:off x="4710510" y="766763"/>
            <a:ext cx="24851952" cy="1930400"/>
          </a:xfrm>
          <a:prstGeom prst="rect">
            <a:avLst/>
          </a:prstGeom>
        </p:spPr>
        <p:txBody>
          <a:bodyPr lIns="91436" tIns="45717" rIns="91436" bIns="45717" anchor="ctr" anchorCtr="0"/>
          <a:lstStyle>
            <a:lvl1pPr algn="l">
              <a:defRPr sz="5500" b="1">
                <a:solidFill>
                  <a:schemeClr val="bg1"/>
                </a:solidFill>
                <a:latin typeface="+mj-lt"/>
              </a:defRPr>
            </a:lvl1pPr>
          </a:lstStyle>
          <a:p>
            <a:r>
              <a:rPr lang="en-US" dirty="0"/>
              <a:t>Click to edit Master title style</a:t>
            </a:r>
          </a:p>
        </p:txBody>
      </p:sp>
      <p:sp>
        <p:nvSpPr>
          <p:cNvPr id="36" name="Text Placeholder 76">
            <a:extLst>
              <a:ext uri="{FF2B5EF4-FFF2-40B4-BE49-F238E27FC236}">
                <a16:creationId xmlns:a16="http://schemas.microsoft.com/office/drawing/2014/main" id="{9367639A-84EA-C14F-B4EE-EBE6F9B956CB}"/>
              </a:ext>
            </a:extLst>
          </p:cNvPr>
          <p:cNvSpPr>
            <a:spLocks noGrp="1"/>
          </p:cNvSpPr>
          <p:nvPr>
            <p:ph type="body" sz="quarter" idx="150"/>
          </p:nvPr>
        </p:nvSpPr>
        <p:spPr>
          <a:xfrm>
            <a:off x="4710511" y="4454845"/>
            <a:ext cx="24851950" cy="1706880"/>
          </a:xfrm>
          <a:prstGeom prst="rect">
            <a:avLst/>
          </a:prstGeom>
        </p:spPr>
        <p:txBody>
          <a:bodyPr anchor="ctr"/>
          <a:lstStyle>
            <a:lvl1pPr algn="l">
              <a:buFontTx/>
              <a:buNone/>
              <a:defRPr sz="3300">
                <a:solidFill>
                  <a:schemeClr val="bg1"/>
                </a:solidFill>
                <a:latin typeface="+mj-lt"/>
              </a:defRPr>
            </a:lvl1pPr>
            <a:lvl2pPr>
              <a:buFontTx/>
              <a:buNone/>
              <a:defRPr sz="6600"/>
            </a:lvl2pPr>
            <a:lvl3pPr>
              <a:buFontTx/>
              <a:buNone/>
              <a:defRPr sz="6600"/>
            </a:lvl3pPr>
            <a:lvl4pPr>
              <a:buFontTx/>
              <a:buNone/>
              <a:defRPr sz="6600"/>
            </a:lvl4pPr>
            <a:lvl5pPr>
              <a:buFontTx/>
              <a:buNone/>
              <a:defRPr sz="6600"/>
            </a:lvl5pPr>
          </a:lstStyle>
          <a:p>
            <a:pPr lvl="0"/>
            <a:r>
              <a:rPr lang="en-US" dirty="0"/>
              <a:t>Click to edit Master text styles</a:t>
            </a:r>
          </a:p>
        </p:txBody>
      </p:sp>
      <p:sp>
        <p:nvSpPr>
          <p:cNvPr id="37" name="Text Placeholder 76">
            <a:extLst>
              <a:ext uri="{FF2B5EF4-FFF2-40B4-BE49-F238E27FC236}">
                <a16:creationId xmlns:a16="http://schemas.microsoft.com/office/drawing/2014/main" id="{594125BB-CB39-E94D-B411-F6744581301B}"/>
              </a:ext>
            </a:extLst>
          </p:cNvPr>
          <p:cNvSpPr>
            <a:spLocks noGrp="1"/>
          </p:cNvSpPr>
          <p:nvPr>
            <p:ph type="body" sz="quarter" idx="151"/>
          </p:nvPr>
        </p:nvSpPr>
        <p:spPr>
          <a:xfrm>
            <a:off x="4710510" y="2747965"/>
            <a:ext cx="24851951" cy="1706880"/>
          </a:xfrm>
          <a:prstGeom prst="rect">
            <a:avLst/>
          </a:prstGeom>
        </p:spPr>
        <p:txBody>
          <a:bodyPr anchor="ctr"/>
          <a:lstStyle>
            <a:lvl1pPr algn="l">
              <a:buFontTx/>
              <a:buNone/>
              <a:defRPr sz="4400">
                <a:solidFill>
                  <a:schemeClr val="bg1"/>
                </a:solidFill>
              </a:defRPr>
            </a:lvl1pPr>
            <a:lvl2pPr>
              <a:buFontTx/>
              <a:buNone/>
              <a:defRPr sz="6600"/>
            </a:lvl2pPr>
            <a:lvl3pPr>
              <a:buFontTx/>
              <a:buNone/>
              <a:defRPr sz="6600"/>
            </a:lvl3pPr>
            <a:lvl4pPr>
              <a:buFontTx/>
              <a:buNone/>
              <a:defRPr sz="6600"/>
            </a:lvl4pPr>
            <a:lvl5pPr>
              <a:buFontTx/>
              <a:buNone/>
              <a:defRPr sz="6600"/>
            </a:lvl5pPr>
          </a:lstStyle>
          <a:p>
            <a:pPr lvl="0"/>
            <a:r>
              <a:rPr lang="en-US" dirty="0"/>
              <a:t>Click to edit Master text styles</a:t>
            </a:r>
          </a:p>
        </p:txBody>
      </p:sp>
    </p:spTree>
    <p:extLst>
      <p:ext uri="{BB962C8B-B14F-4D97-AF65-F5344CB8AC3E}">
        <p14:creationId xmlns:p14="http://schemas.microsoft.com/office/powerpoint/2010/main" val="23214523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2.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D6FB082-086E-464E-BBB1-F0B7C6E2BF00}"/>
              </a:ext>
            </a:extLst>
          </p:cNvPr>
          <p:cNvSpPr>
            <a:spLocks noChangeArrowheads="1"/>
          </p:cNvSpPr>
          <p:nvPr userDrawn="1"/>
        </p:nvSpPr>
        <p:spPr bwMode="auto">
          <a:xfrm flipV="1">
            <a:off x="0" y="1"/>
            <a:ext cx="30175200" cy="6596063"/>
          </a:xfrm>
          <a:prstGeom prst="rect">
            <a:avLst/>
          </a:prstGeom>
          <a:solidFill>
            <a:schemeClr val="accent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lIns="83816" tIns="41907" rIns="83816" bIns="41907" anchor="ctr"/>
          <a:lstStyle/>
          <a:p>
            <a:endParaRPr lang="en-US" sz="7884"/>
          </a:p>
        </p:txBody>
      </p:sp>
      <p:sp>
        <p:nvSpPr>
          <p:cNvPr id="1026" name="Rectangle 35"/>
          <p:cNvSpPr>
            <a:spLocks noChangeArrowheads="1"/>
          </p:cNvSpPr>
          <p:nvPr/>
        </p:nvSpPr>
        <p:spPr bwMode="auto">
          <a:xfrm>
            <a:off x="22631400" y="8007350"/>
            <a:ext cx="6915150" cy="31089600"/>
          </a:xfrm>
          <a:prstGeom prst="rect">
            <a:avLst/>
          </a:prstGeom>
          <a:solidFill>
            <a:srgbClr val="FFFFFF"/>
          </a:solidFill>
          <a:ln w="9525">
            <a:solidFill>
              <a:schemeClr val="tx2"/>
            </a:solidFill>
            <a:miter lim="800000"/>
            <a:headEnd/>
            <a:tailEnd/>
          </a:ln>
        </p:spPr>
        <p:txBody>
          <a:bodyPr wrap="none" lIns="83816" tIns="41907" rIns="83816" bIns="41907" anchor="ctr"/>
          <a:lstStyle/>
          <a:p>
            <a:endParaRPr lang="en-US" sz="7884"/>
          </a:p>
        </p:txBody>
      </p:sp>
      <p:sp>
        <p:nvSpPr>
          <p:cNvPr id="1027" name="Rectangle 33"/>
          <p:cNvSpPr>
            <a:spLocks noChangeArrowheads="1"/>
          </p:cNvSpPr>
          <p:nvPr/>
        </p:nvSpPr>
        <p:spPr bwMode="auto">
          <a:xfrm>
            <a:off x="7962900" y="8007350"/>
            <a:ext cx="6915150" cy="31089600"/>
          </a:xfrm>
          <a:prstGeom prst="rect">
            <a:avLst/>
          </a:prstGeom>
          <a:solidFill>
            <a:srgbClr val="FFFFFF"/>
          </a:solidFill>
          <a:ln w="9525">
            <a:solidFill>
              <a:schemeClr val="tx2"/>
            </a:solidFill>
            <a:miter lim="800000"/>
            <a:headEnd/>
            <a:tailEnd/>
          </a:ln>
        </p:spPr>
        <p:txBody>
          <a:bodyPr wrap="none" lIns="83816" tIns="41907" rIns="83816" bIns="41907" anchor="ctr"/>
          <a:lstStyle/>
          <a:p>
            <a:endParaRPr lang="en-US" sz="7884"/>
          </a:p>
        </p:txBody>
      </p:sp>
      <p:sp>
        <p:nvSpPr>
          <p:cNvPr id="1028" name="Rectangle 33"/>
          <p:cNvSpPr>
            <a:spLocks noChangeArrowheads="1"/>
          </p:cNvSpPr>
          <p:nvPr/>
        </p:nvSpPr>
        <p:spPr bwMode="auto">
          <a:xfrm>
            <a:off x="15297150" y="8007350"/>
            <a:ext cx="6915150" cy="31089600"/>
          </a:xfrm>
          <a:prstGeom prst="rect">
            <a:avLst/>
          </a:prstGeom>
          <a:solidFill>
            <a:srgbClr val="FFFFFF"/>
          </a:solidFill>
          <a:ln w="9525">
            <a:solidFill>
              <a:schemeClr val="tx2"/>
            </a:solidFill>
            <a:miter lim="800000"/>
            <a:headEnd/>
            <a:tailEnd/>
          </a:ln>
        </p:spPr>
        <p:txBody>
          <a:bodyPr wrap="none" lIns="83816" tIns="41907" rIns="83816" bIns="41907" anchor="ctr"/>
          <a:lstStyle/>
          <a:p>
            <a:endParaRPr lang="en-US" sz="7884"/>
          </a:p>
        </p:txBody>
      </p:sp>
      <p:sp>
        <p:nvSpPr>
          <p:cNvPr id="1029" name="Rectangle 33"/>
          <p:cNvSpPr>
            <a:spLocks noChangeArrowheads="1"/>
          </p:cNvSpPr>
          <p:nvPr/>
        </p:nvSpPr>
        <p:spPr bwMode="auto">
          <a:xfrm>
            <a:off x="634471" y="8007350"/>
            <a:ext cx="6915150" cy="31089600"/>
          </a:xfrm>
          <a:prstGeom prst="rect">
            <a:avLst/>
          </a:prstGeom>
          <a:solidFill>
            <a:srgbClr val="FFFFFF"/>
          </a:solidFill>
          <a:ln w="9525">
            <a:solidFill>
              <a:schemeClr val="tx2"/>
            </a:solidFill>
            <a:miter lim="800000"/>
            <a:headEnd/>
            <a:tailEnd/>
          </a:ln>
        </p:spPr>
        <p:txBody>
          <a:bodyPr wrap="none" lIns="83816" tIns="41907" rIns="83816" bIns="41907" anchor="ctr"/>
          <a:lstStyle/>
          <a:p>
            <a:endParaRPr lang="en-US" sz="7884"/>
          </a:p>
        </p:txBody>
      </p:sp>
      <p:cxnSp>
        <p:nvCxnSpPr>
          <p:cNvPr id="22" name="Straight Connector 21"/>
          <p:cNvCxnSpPr/>
          <p:nvPr userDrawn="1"/>
        </p:nvCxnSpPr>
        <p:spPr>
          <a:xfrm>
            <a:off x="628650" y="7315200"/>
            <a:ext cx="28917900" cy="0"/>
          </a:xfrm>
          <a:prstGeom prst="line">
            <a:avLst/>
          </a:prstGeom>
          <a:ln w="762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27" name="Straight Connector 26"/>
          <p:cNvCxnSpPr/>
          <p:nvPr userDrawn="1"/>
        </p:nvCxnSpPr>
        <p:spPr>
          <a:xfrm>
            <a:off x="628650" y="39822438"/>
            <a:ext cx="28917900" cy="0"/>
          </a:xfrm>
          <a:prstGeom prst="line">
            <a:avLst/>
          </a:prstGeom>
          <a:ln w="381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pic>
        <p:nvPicPr>
          <p:cNvPr id="9" name="Picture 8">
            <a:extLst>
              <a:ext uri="{FF2B5EF4-FFF2-40B4-BE49-F238E27FC236}">
                <a16:creationId xmlns:a16="http://schemas.microsoft.com/office/drawing/2014/main" id="{E2F0EEA4-4B12-654C-ABCB-17B56FB85044}"/>
              </a:ext>
            </a:extLst>
          </p:cNvPr>
          <p:cNvPicPr>
            <a:picLocks noChangeAspect="1"/>
          </p:cNvPicPr>
          <p:nvPr userDrawn="1"/>
        </p:nvPicPr>
        <p:blipFill>
          <a:blip r:embed="rId3" cstate="email">
            <a:extLst>
              <a:ext uri="{28A0092B-C50C-407E-A947-70E740481C1C}">
                <a14:useLocalDpi xmlns:a14="http://schemas.microsoft.com/office/drawing/2010/main" val="0"/>
              </a:ext>
            </a:extLst>
          </a:blip>
          <a:stretch>
            <a:fillRect/>
          </a:stretch>
        </p:blipFill>
        <p:spPr>
          <a:xfrm>
            <a:off x="628650" y="795127"/>
            <a:ext cx="2271289" cy="3216484"/>
          </a:xfrm>
          <a:prstGeom prst="rect">
            <a:avLst/>
          </a:prstGeom>
        </p:spPr>
      </p:pic>
    </p:spTree>
  </p:cSld>
  <p:clrMap bg1="lt1" tx1="dk1" bg2="lt2" tx2="dk2" accent1="accent1" accent2="accent2" accent3="accent3" accent4="accent4" accent5="accent5" accent6="accent6" hlink="hlink" folHlink="folHlink"/>
  <p:sldLayoutIdLst>
    <p:sldLayoutId id="2147483753" r:id="rId1"/>
  </p:sldLayoutIdLst>
  <p:txStyles>
    <p:titleStyle>
      <a:lvl1pPr algn="ctr" defTabSz="4022342" rtl="0" eaLnBrk="1" fontAlgn="base" hangingPunct="1">
        <a:spcBef>
          <a:spcPct val="0"/>
        </a:spcBef>
        <a:spcAft>
          <a:spcPct val="0"/>
        </a:spcAft>
        <a:defRPr sz="8067" kern="1200">
          <a:solidFill>
            <a:schemeClr val="bg1"/>
          </a:solidFill>
          <a:latin typeface="Trebuchet MS" pitchFamily="34" charset="0"/>
          <a:ea typeface="ＭＳ Ｐゴシック" charset="-128"/>
          <a:cs typeface="ＭＳ Ｐゴシック" charset="-128"/>
        </a:defRPr>
      </a:lvl1pPr>
      <a:lvl2pPr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2pPr>
      <a:lvl3pPr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3pPr>
      <a:lvl4pPr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4pPr>
      <a:lvl5pPr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5pPr>
      <a:lvl6pPr marL="419115"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6pPr>
      <a:lvl7pPr marL="838230"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7pPr>
      <a:lvl8pPr marL="1257346"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8pPr>
      <a:lvl9pPr marL="1676461" algn="ctr" defTabSz="4022342" rtl="0" eaLnBrk="1" fontAlgn="base" hangingPunct="1">
        <a:spcBef>
          <a:spcPct val="0"/>
        </a:spcBef>
        <a:spcAft>
          <a:spcPct val="0"/>
        </a:spcAft>
        <a:defRPr sz="8067">
          <a:solidFill>
            <a:schemeClr val="bg1"/>
          </a:solidFill>
          <a:latin typeface="Trebuchet MS" charset="0"/>
          <a:ea typeface="ＭＳ Ｐゴシック" charset="-128"/>
          <a:cs typeface="ＭＳ Ｐゴシック" charset="-128"/>
        </a:defRPr>
      </a:lvl9pPr>
    </p:titleStyle>
    <p:bodyStyle>
      <a:lvl1pPr marL="1507651" indent="-1507651" algn="l" defTabSz="4022342" rtl="0" eaLnBrk="1" fontAlgn="base" hangingPunct="1">
        <a:spcBef>
          <a:spcPct val="20000"/>
        </a:spcBef>
        <a:spcAft>
          <a:spcPct val="0"/>
        </a:spcAft>
        <a:buFont typeface="Arial" charset="0"/>
        <a:buChar char="•"/>
        <a:defRPr sz="14117" kern="1200">
          <a:solidFill>
            <a:schemeClr val="tx1"/>
          </a:solidFill>
          <a:latin typeface="+mn-lt"/>
          <a:ea typeface="ＭＳ Ｐゴシック" charset="-128"/>
          <a:cs typeface="ＭＳ Ｐゴシック" charset="-128"/>
        </a:defRPr>
      </a:lvl1pPr>
      <a:lvl2pPr marL="3268517" indent="-1255891" algn="l" defTabSz="4022342" rtl="0" eaLnBrk="1" fontAlgn="base" hangingPunct="1">
        <a:spcBef>
          <a:spcPct val="20000"/>
        </a:spcBef>
        <a:spcAft>
          <a:spcPct val="0"/>
        </a:spcAft>
        <a:buFont typeface="Arial" charset="0"/>
        <a:buChar char="–"/>
        <a:defRPr sz="12375" kern="1200">
          <a:solidFill>
            <a:schemeClr val="tx1"/>
          </a:solidFill>
          <a:latin typeface="+mn-lt"/>
          <a:ea typeface="ＭＳ Ｐゴシック" charset="-128"/>
          <a:cs typeface="+mn-cs"/>
        </a:defRPr>
      </a:lvl2pPr>
      <a:lvl3pPr marL="5027928" indent="-1005586" algn="l" defTabSz="4022342" rtl="0" eaLnBrk="1" fontAlgn="base" hangingPunct="1">
        <a:spcBef>
          <a:spcPct val="20000"/>
        </a:spcBef>
        <a:spcAft>
          <a:spcPct val="0"/>
        </a:spcAft>
        <a:buFont typeface="Arial" charset="0"/>
        <a:buChar char="•"/>
        <a:defRPr sz="10634" kern="1200">
          <a:solidFill>
            <a:schemeClr val="tx1"/>
          </a:solidFill>
          <a:latin typeface="+mn-lt"/>
          <a:ea typeface="ＭＳ Ｐゴシック" charset="-128"/>
          <a:cs typeface="+mn-cs"/>
        </a:defRPr>
      </a:lvl3pPr>
      <a:lvl4pPr marL="7040554" indent="-1005586" algn="l" defTabSz="4022342" rtl="0" eaLnBrk="1" fontAlgn="base" hangingPunct="1">
        <a:spcBef>
          <a:spcPct val="20000"/>
        </a:spcBef>
        <a:spcAft>
          <a:spcPct val="0"/>
        </a:spcAft>
        <a:buFont typeface="Arial" charset="0"/>
        <a:buChar char="–"/>
        <a:defRPr sz="8800" kern="1200">
          <a:solidFill>
            <a:schemeClr val="tx1"/>
          </a:solidFill>
          <a:latin typeface="+mn-lt"/>
          <a:ea typeface="ＭＳ Ｐゴシック" charset="-128"/>
          <a:cs typeface="+mn-cs"/>
        </a:defRPr>
      </a:lvl4pPr>
      <a:lvl5pPr marL="9051725" indent="-1005586" algn="l" defTabSz="4022342" rtl="0" eaLnBrk="1" fontAlgn="base" hangingPunct="1">
        <a:spcBef>
          <a:spcPct val="20000"/>
        </a:spcBef>
        <a:spcAft>
          <a:spcPct val="0"/>
        </a:spcAft>
        <a:buFont typeface="Arial" charset="0"/>
        <a:buChar char="»"/>
        <a:defRPr sz="8800" kern="1200">
          <a:solidFill>
            <a:schemeClr val="tx1"/>
          </a:solidFill>
          <a:latin typeface="+mn-lt"/>
          <a:ea typeface="ＭＳ Ｐゴシック" charset="-128"/>
          <a:cs typeface="+mn-cs"/>
        </a:defRPr>
      </a:lvl5pPr>
      <a:lvl6pPr marL="11064090"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6pPr>
      <a:lvl7pPr marL="13075741"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7pPr>
      <a:lvl8pPr marL="15087394"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8pPr>
      <a:lvl9pPr marL="17099047"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9pPr>
    </p:bodyStyle>
    <p:otherStyle>
      <a:defPPr>
        <a:defRPr lang="en-US"/>
      </a:defPPr>
      <a:lvl1pPr marL="0" algn="l" defTabSz="4023305" rtl="0" eaLnBrk="1" latinLnBrk="0" hangingPunct="1">
        <a:defRPr sz="7884" kern="1200">
          <a:solidFill>
            <a:schemeClr val="tx1"/>
          </a:solidFill>
          <a:latin typeface="+mn-lt"/>
          <a:ea typeface="+mn-ea"/>
          <a:cs typeface="+mn-cs"/>
        </a:defRPr>
      </a:lvl1pPr>
      <a:lvl2pPr marL="2011653" algn="l" defTabSz="4023305" rtl="0" eaLnBrk="1" latinLnBrk="0" hangingPunct="1">
        <a:defRPr sz="7884" kern="1200">
          <a:solidFill>
            <a:schemeClr val="tx1"/>
          </a:solidFill>
          <a:latin typeface="+mn-lt"/>
          <a:ea typeface="+mn-ea"/>
          <a:cs typeface="+mn-cs"/>
        </a:defRPr>
      </a:lvl2pPr>
      <a:lvl3pPr marL="4023305" algn="l" defTabSz="4023305" rtl="0" eaLnBrk="1" latinLnBrk="0" hangingPunct="1">
        <a:defRPr sz="7884" kern="1200">
          <a:solidFill>
            <a:schemeClr val="tx1"/>
          </a:solidFill>
          <a:latin typeface="+mn-lt"/>
          <a:ea typeface="+mn-ea"/>
          <a:cs typeface="+mn-cs"/>
        </a:defRPr>
      </a:lvl3pPr>
      <a:lvl4pPr marL="6034958" algn="l" defTabSz="4023305" rtl="0" eaLnBrk="1" latinLnBrk="0" hangingPunct="1">
        <a:defRPr sz="7884" kern="1200">
          <a:solidFill>
            <a:schemeClr val="tx1"/>
          </a:solidFill>
          <a:latin typeface="+mn-lt"/>
          <a:ea typeface="+mn-ea"/>
          <a:cs typeface="+mn-cs"/>
        </a:defRPr>
      </a:lvl4pPr>
      <a:lvl5pPr marL="8046610" algn="l" defTabSz="4023305" rtl="0" eaLnBrk="1" latinLnBrk="0" hangingPunct="1">
        <a:defRPr sz="7884" kern="1200">
          <a:solidFill>
            <a:schemeClr val="tx1"/>
          </a:solidFill>
          <a:latin typeface="+mn-lt"/>
          <a:ea typeface="+mn-ea"/>
          <a:cs typeface="+mn-cs"/>
        </a:defRPr>
      </a:lvl5pPr>
      <a:lvl6pPr marL="10058263" algn="l" defTabSz="4023305" rtl="0" eaLnBrk="1" latinLnBrk="0" hangingPunct="1">
        <a:defRPr sz="7884" kern="1200">
          <a:solidFill>
            <a:schemeClr val="tx1"/>
          </a:solidFill>
          <a:latin typeface="+mn-lt"/>
          <a:ea typeface="+mn-ea"/>
          <a:cs typeface="+mn-cs"/>
        </a:defRPr>
      </a:lvl6pPr>
      <a:lvl7pPr marL="12069917" algn="l" defTabSz="4023305" rtl="0" eaLnBrk="1" latinLnBrk="0" hangingPunct="1">
        <a:defRPr sz="7884" kern="1200">
          <a:solidFill>
            <a:schemeClr val="tx1"/>
          </a:solidFill>
          <a:latin typeface="+mn-lt"/>
          <a:ea typeface="+mn-ea"/>
          <a:cs typeface="+mn-cs"/>
        </a:defRPr>
      </a:lvl7pPr>
      <a:lvl8pPr marL="14081568" algn="l" defTabSz="4023305" rtl="0" eaLnBrk="1" latinLnBrk="0" hangingPunct="1">
        <a:defRPr sz="7884" kern="1200">
          <a:solidFill>
            <a:schemeClr val="tx1"/>
          </a:solidFill>
          <a:latin typeface="+mn-lt"/>
          <a:ea typeface="+mn-ea"/>
          <a:cs typeface="+mn-cs"/>
        </a:defRPr>
      </a:lvl8pPr>
      <a:lvl9pPr marL="16093221" algn="l" defTabSz="4023305" rtl="0" eaLnBrk="1" latinLnBrk="0" hangingPunct="1">
        <a:defRPr sz="7884"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52CC861-FE92-9F49-9509-955612D70500}"/>
              </a:ext>
            </a:extLst>
          </p:cNvPr>
          <p:cNvSpPr>
            <a:spLocks noChangeArrowheads="1"/>
          </p:cNvSpPr>
          <p:nvPr userDrawn="1"/>
        </p:nvSpPr>
        <p:spPr bwMode="auto">
          <a:xfrm flipV="1">
            <a:off x="0" y="1"/>
            <a:ext cx="30175200" cy="6596063"/>
          </a:xfrm>
          <a:prstGeom prst="rect">
            <a:avLst/>
          </a:prstGeom>
          <a:solidFill>
            <a:schemeClr val="accent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lIns="83816" tIns="41907" rIns="83816" bIns="41907" anchor="ctr"/>
          <a:lstStyle/>
          <a:p>
            <a:endParaRPr lang="en-US" sz="7884"/>
          </a:p>
        </p:txBody>
      </p:sp>
      <p:sp>
        <p:nvSpPr>
          <p:cNvPr id="3074" name="Rectangle 33"/>
          <p:cNvSpPr>
            <a:spLocks noChangeArrowheads="1"/>
          </p:cNvSpPr>
          <p:nvPr/>
        </p:nvSpPr>
        <p:spPr bwMode="auto">
          <a:xfrm>
            <a:off x="628650" y="7994650"/>
            <a:ext cx="9340983" cy="31089600"/>
          </a:xfrm>
          <a:prstGeom prst="rect">
            <a:avLst/>
          </a:prstGeom>
          <a:solidFill>
            <a:schemeClr val="bg1"/>
          </a:solidFill>
          <a:ln w="9525">
            <a:solidFill>
              <a:schemeClr val="tx2"/>
            </a:solidFill>
            <a:miter lim="800000"/>
            <a:headEnd/>
            <a:tailEnd/>
          </a:ln>
        </p:spPr>
        <p:txBody>
          <a:bodyPr wrap="none" lIns="83816" tIns="41907" rIns="83816" bIns="41907" anchor="ctr"/>
          <a:lstStyle/>
          <a:p>
            <a:endParaRPr lang="en-US" sz="7884"/>
          </a:p>
        </p:txBody>
      </p:sp>
      <p:sp>
        <p:nvSpPr>
          <p:cNvPr id="3075" name="Rectangle 33"/>
          <p:cNvSpPr>
            <a:spLocks noChangeArrowheads="1"/>
          </p:cNvSpPr>
          <p:nvPr/>
        </p:nvSpPr>
        <p:spPr bwMode="auto">
          <a:xfrm>
            <a:off x="10416382" y="7994650"/>
            <a:ext cx="9339527" cy="31089600"/>
          </a:xfrm>
          <a:prstGeom prst="rect">
            <a:avLst/>
          </a:prstGeom>
          <a:solidFill>
            <a:schemeClr val="bg1"/>
          </a:solidFill>
          <a:ln w="9525">
            <a:solidFill>
              <a:schemeClr val="tx2"/>
            </a:solidFill>
            <a:miter lim="800000"/>
            <a:headEnd/>
            <a:tailEnd/>
          </a:ln>
        </p:spPr>
        <p:txBody>
          <a:bodyPr wrap="none" lIns="83816" tIns="41907" rIns="83816" bIns="41907" anchor="ctr"/>
          <a:lstStyle/>
          <a:p>
            <a:endParaRPr lang="en-US" sz="7884"/>
          </a:p>
        </p:txBody>
      </p:sp>
      <p:sp>
        <p:nvSpPr>
          <p:cNvPr id="3076" name="Rectangle 33"/>
          <p:cNvSpPr>
            <a:spLocks noChangeArrowheads="1"/>
          </p:cNvSpPr>
          <p:nvPr/>
        </p:nvSpPr>
        <p:spPr bwMode="auto">
          <a:xfrm>
            <a:off x="20202658" y="7994650"/>
            <a:ext cx="9340982" cy="31089600"/>
          </a:xfrm>
          <a:prstGeom prst="rect">
            <a:avLst/>
          </a:prstGeom>
          <a:solidFill>
            <a:schemeClr val="bg1"/>
          </a:solidFill>
          <a:ln w="9525">
            <a:solidFill>
              <a:schemeClr val="tx2"/>
            </a:solidFill>
            <a:miter lim="800000"/>
            <a:headEnd/>
            <a:tailEnd/>
          </a:ln>
        </p:spPr>
        <p:txBody>
          <a:bodyPr wrap="none" lIns="83816" tIns="41907" rIns="83816" bIns="41907" anchor="ctr"/>
          <a:lstStyle/>
          <a:p>
            <a:endParaRPr lang="en-US" sz="7884"/>
          </a:p>
        </p:txBody>
      </p:sp>
      <p:cxnSp>
        <p:nvCxnSpPr>
          <p:cNvPr id="36" name="Straight Connector 35"/>
          <p:cNvCxnSpPr/>
          <p:nvPr userDrawn="1"/>
        </p:nvCxnSpPr>
        <p:spPr>
          <a:xfrm>
            <a:off x="628650" y="7315200"/>
            <a:ext cx="28917900" cy="0"/>
          </a:xfrm>
          <a:prstGeom prst="line">
            <a:avLst/>
          </a:prstGeom>
          <a:ln w="762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Straight Connector 37"/>
          <p:cNvCxnSpPr/>
          <p:nvPr userDrawn="1"/>
        </p:nvCxnSpPr>
        <p:spPr>
          <a:xfrm>
            <a:off x="628650" y="39822438"/>
            <a:ext cx="28917900" cy="0"/>
          </a:xfrm>
          <a:prstGeom prst="line">
            <a:avLst/>
          </a:prstGeom>
          <a:ln w="381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pic>
        <p:nvPicPr>
          <p:cNvPr id="9" name="Picture 8">
            <a:extLst>
              <a:ext uri="{FF2B5EF4-FFF2-40B4-BE49-F238E27FC236}">
                <a16:creationId xmlns:a16="http://schemas.microsoft.com/office/drawing/2014/main" id="{8FB0569F-A0B7-5C49-877B-F4C926D9215E}"/>
              </a:ext>
            </a:extLst>
          </p:cNvPr>
          <p:cNvPicPr>
            <a:picLocks noChangeAspect="1"/>
          </p:cNvPicPr>
          <p:nvPr userDrawn="1"/>
        </p:nvPicPr>
        <p:blipFill>
          <a:blip r:embed="rId2" cstate="email">
            <a:extLst>
              <a:ext uri="{28A0092B-C50C-407E-A947-70E740481C1C}">
                <a14:useLocalDpi xmlns:a14="http://schemas.microsoft.com/office/drawing/2010/main" val="0"/>
              </a:ext>
            </a:extLst>
          </a:blip>
          <a:stretch>
            <a:fillRect/>
          </a:stretch>
        </p:blipFill>
        <p:spPr>
          <a:xfrm>
            <a:off x="628650" y="795127"/>
            <a:ext cx="2271289" cy="3216484"/>
          </a:xfrm>
          <a:prstGeom prst="rect">
            <a:avLst/>
          </a:prstGeom>
        </p:spPr>
      </p:pic>
    </p:spTree>
  </p:cSld>
  <p:clrMap bg1="lt1" tx1="dk1" bg2="lt2" tx2="dk2" accent1="accent1" accent2="accent2" accent3="accent3" accent4="accent4" accent5="accent5" accent6="accent6" hlink="hlink" folHlink="folHlink"/>
  <p:txStyles>
    <p:titleStyle>
      <a:lvl1pPr algn="ctr" defTabSz="4022342" rtl="0" eaLnBrk="0" fontAlgn="base" hangingPunct="0">
        <a:spcBef>
          <a:spcPct val="0"/>
        </a:spcBef>
        <a:spcAft>
          <a:spcPct val="0"/>
        </a:spcAft>
        <a:defRPr sz="8067" kern="1200">
          <a:solidFill>
            <a:schemeClr val="bg1"/>
          </a:solidFill>
          <a:latin typeface="Trebuchet MS" pitchFamily="34" charset="0"/>
          <a:ea typeface="ＭＳ Ｐゴシック" charset="-128"/>
          <a:cs typeface="ＭＳ Ｐゴシック" charset="-128"/>
        </a:defRPr>
      </a:lvl1pPr>
      <a:lvl2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2pPr>
      <a:lvl3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3pPr>
      <a:lvl4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4pPr>
      <a:lvl5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5pPr>
      <a:lvl6pPr marL="419115"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6pPr>
      <a:lvl7pPr marL="838230"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7pPr>
      <a:lvl8pPr marL="1257346"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8pPr>
      <a:lvl9pPr marL="1676461"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9pPr>
    </p:titleStyle>
    <p:bodyStyle>
      <a:lvl1pPr marL="1507651" indent="-1507651" algn="l" defTabSz="4022342" rtl="0" eaLnBrk="0" fontAlgn="base" hangingPunct="0">
        <a:spcBef>
          <a:spcPct val="20000"/>
        </a:spcBef>
        <a:spcAft>
          <a:spcPct val="0"/>
        </a:spcAft>
        <a:buFont typeface="Arial" charset="0"/>
        <a:buChar char="•"/>
        <a:defRPr sz="14117" kern="1200">
          <a:solidFill>
            <a:schemeClr val="tx1"/>
          </a:solidFill>
          <a:latin typeface="+mn-lt"/>
          <a:ea typeface="ＭＳ Ｐゴシック" charset="-128"/>
          <a:cs typeface="ＭＳ Ｐゴシック" charset="-128"/>
        </a:defRPr>
      </a:lvl1pPr>
      <a:lvl2pPr marL="3268517" indent="-1255891" algn="l" defTabSz="4022342" rtl="0" eaLnBrk="0" fontAlgn="base" hangingPunct="0">
        <a:spcBef>
          <a:spcPct val="20000"/>
        </a:spcBef>
        <a:spcAft>
          <a:spcPct val="0"/>
        </a:spcAft>
        <a:buFont typeface="Arial" charset="0"/>
        <a:buChar char="–"/>
        <a:defRPr sz="12375" kern="1200">
          <a:solidFill>
            <a:schemeClr val="tx1"/>
          </a:solidFill>
          <a:latin typeface="+mn-lt"/>
          <a:ea typeface="ＭＳ Ｐゴシック" charset="-128"/>
          <a:cs typeface="+mn-cs"/>
        </a:defRPr>
      </a:lvl2pPr>
      <a:lvl3pPr marL="5027928" indent="-1005586" algn="l" defTabSz="4022342" rtl="0" eaLnBrk="0" fontAlgn="base" hangingPunct="0">
        <a:spcBef>
          <a:spcPct val="20000"/>
        </a:spcBef>
        <a:spcAft>
          <a:spcPct val="0"/>
        </a:spcAft>
        <a:buFont typeface="Arial" charset="0"/>
        <a:buChar char="•"/>
        <a:defRPr sz="10634" kern="1200">
          <a:solidFill>
            <a:schemeClr val="tx1"/>
          </a:solidFill>
          <a:latin typeface="+mn-lt"/>
          <a:ea typeface="ＭＳ Ｐゴシック" charset="-128"/>
          <a:cs typeface="+mn-cs"/>
        </a:defRPr>
      </a:lvl3pPr>
      <a:lvl4pPr marL="7040554" indent="-1005586" algn="l" defTabSz="4022342" rtl="0" eaLnBrk="0" fontAlgn="base" hangingPunct="0">
        <a:spcBef>
          <a:spcPct val="20000"/>
        </a:spcBef>
        <a:spcAft>
          <a:spcPct val="0"/>
        </a:spcAft>
        <a:buFont typeface="Arial" charset="0"/>
        <a:buChar char="–"/>
        <a:defRPr sz="8800" kern="1200">
          <a:solidFill>
            <a:schemeClr val="tx1"/>
          </a:solidFill>
          <a:latin typeface="+mn-lt"/>
          <a:ea typeface="ＭＳ Ｐゴシック" charset="-128"/>
          <a:cs typeface="+mn-cs"/>
        </a:defRPr>
      </a:lvl4pPr>
      <a:lvl5pPr marL="9051725" indent="-1005586" algn="l" defTabSz="4022342" rtl="0" eaLnBrk="0" fontAlgn="base" hangingPunct="0">
        <a:spcBef>
          <a:spcPct val="20000"/>
        </a:spcBef>
        <a:spcAft>
          <a:spcPct val="0"/>
        </a:spcAft>
        <a:buFont typeface="Arial" charset="0"/>
        <a:buChar char="»"/>
        <a:defRPr sz="8800" kern="1200">
          <a:solidFill>
            <a:schemeClr val="tx1"/>
          </a:solidFill>
          <a:latin typeface="+mn-lt"/>
          <a:ea typeface="ＭＳ Ｐゴシック" charset="-128"/>
          <a:cs typeface="+mn-cs"/>
        </a:defRPr>
      </a:lvl5pPr>
      <a:lvl6pPr marL="11064090"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6pPr>
      <a:lvl7pPr marL="13075741"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7pPr>
      <a:lvl8pPr marL="15087394"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8pPr>
      <a:lvl9pPr marL="17099047"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9pPr>
    </p:bodyStyle>
    <p:otherStyle>
      <a:defPPr>
        <a:defRPr lang="en-US"/>
      </a:defPPr>
      <a:lvl1pPr marL="0" algn="l" defTabSz="4023305" rtl="0" eaLnBrk="1" latinLnBrk="0" hangingPunct="1">
        <a:defRPr sz="7884" kern="1200">
          <a:solidFill>
            <a:schemeClr val="tx1"/>
          </a:solidFill>
          <a:latin typeface="+mn-lt"/>
          <a:ea typeface="+mn-ea"/>
          <a:cs typeface="+mn-cs"/>
        </a:defRPr>
      </a:lvl1pPr>
      <a:lvl2pPr marL="2011653" algn="l" defTabSz="4023305" rtl="0" eaLnBrk="1" latinLnBrk="0" hangingPunct="1">
        <a:defRPr sz="7884" kern="1200">
          <a:solidFill>
            <a:schemeClr val="tx1"/>
          </a:solidFill>
          <a:latin typeface="+mn-lt"/>
          <a:ea typeface="+mn-ea"/>
          <a:cs typeface="+mn-cs"/>
        </a:defRPr>
      </a:lvl2pPr>
      <a:lvl3pPr marL="4023305" algn="l" defTabSz="4023305" rtl="0" eaLnBrk="1" latinLnBrk="0" hangingPunct="1">
        <a:defRPr sz="7884" kern="1200">
          <a:solidFill>
            <a:schemeClr val="tx1"/>
          </a:solidFill>
          <a:latin typeface="+mn-lt"/>
          <a:ea typeface="+mn-ea"/>
          <a:cs typeface="+mn-cs"/>
        </a:defRPr>
      </a:lvl3pPr>
      <a:lvl4pPr marL="6034958" algn="l" defTabSz="4023305" rtl="0" eaLnBrk="1" latinLnBrk="0" hangingPunct="1">
        <a:defRPr sz="7884" kern="1200">
          <a:solidFill>
            <a:schemeClr val="tx1"/>
          </a:solidFill>
          <a:latin typeface="+mn-lt"/>
          <a:ea typeface="+mn-ea"/>
          <a:cs typeface="+mn-cs"/>
        </a:defRPr>
      </a:lvl4pPr>
      <a:lvl5pPr marL="8046610" algn="l" defTabSz="4023305" rtl="0" eaLnBrk="1" latinLnBrk="0" hangingPunct="1">
        <a:defRPr sz="7884" kern="1200">
          <a:solidFill>
            <a:schemeClr val="tx1"/>
          </a:solidFill>
          <a:latin typeface="+mn-lt"/>
          <a:ea typeface="+mn-ea"/>
          <a:cs typeface="+mn-cs"/>
        </a:defRPr>
      </a:lvl5pPr>
      <a:lvl6pPr marL="10058263" algn="l" defTabSz="4023305" rtl="0" eaLnBrk="1" latinLnBrk="0" hangingPunct="1">
        <a:defRPr sz="7884" kern="1200">
          <a:solidFill>
            <a:schemeClr val="tx1"/>
          </a:solidFill>
          <a:latin typeface="+mn-lt"/>
          <a:ea typeface="+mn-ea"/>
          <a:cs typeface="+mn-cs"/>
        </a:defRPr>
      </a:lvl6pPr>
      <a:lvl7pPr marL="12069917" algn="l" defTabSz="4023305" rtl="0" eaLnBrk="1" latinLnBrk="0" hangingPunct="1">
        <a:defRPr sz="7884" kern="1200">
          <a:solidFill>
            <a:schemeClr val="tx1"/>
          </a:solidFill>
          <a:latin typeface="+mn-lt"/>
          <a:ea typeface="+mn-ea"/>
          <a:cs typeface="+mn-cs"/>
        </a:defRPr>
      </a:lvl7pPr>
      <a:lvl8pPr marL="14081568" algn="l" defTabSz="4023305" rtl="0" eaLnBrk="1" latinLnBrk="0" hangingPunct="1">
        <a:defRPr sz="7884" kern="1200">
          <a:solidFill>
            <a:schemeClr val="tx1"/>
          </a:solidFill>
          <a:latin typeface="+mn-lt"/>
          <a:ea typeface="+mn-ea"/>
          <a:cs typeface="+mn-cs"/>
        </a:defRPr>
      </a:lvl8pPr>
      <a:lvl9pPr marL="16093221" algn="l" defTabSz="4023305" rtl="0" eaLnBrk="1" latinLnBrk="0" hangingPunct="1">
        <a:defRPr sz="7884"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122" name="Rectangle 33"/>
          <p:cNvSpPr>
            <a:spLocks noChangeArrowheads="1"/>
          </p:cNvSpPr>
          <p:nvPr/>
        </p:nvSpPr>
        <p:spPr bwMode="auto">
          <a:xfrm>
            <a:off x="628650" y="8007350"/>
            <a:ext cx="6915150" cy="31089600"/>
          </a:xfrm>
          <a:prstGeom prst="rect">
            <a:avLst/>
          </a:prstGeom>
          <a:solidFill>
            <a:schemeClr val="bg1"/>
          </a:solidFill>
          <a:ln w="9525">
            <a:solidFill>
              <a:schemeClr val="tx2"/>
            </a:solidFill>
            <a:miter lim="800000"/>
            <a:headEnd/>
            <a:tailEnd/>
          </a:ln>
        </p:spPr>
        <p:txBody>
          <a:bodyPr wrap="none" lIns="83816" tIns="41907" rIns="83816" bIns="41907" anchor="ctr"/>
          <a:lstStyle/>
          <a:p>
            <a:endParaRPr lang="en-US" sz="7884"/>
          </a:p>
        </p:txBody>
      </p:sp>
      <p:sp>
        <p:nvSpPr>
          <p:cNvPr id="5123" name="Rectangle 35"/>
          <p:cNvSpPr>
            <a:spLocks noChangeArrowheads="1"/>
          </p:cNvSpPr>
          <p:nvPr/>
        </p:nvSpPr>
        <p:spPr bwMode="auto">
          <a:xfrm>
            <a:off x="22631400" y="8007350"/>
            <a:ext cx="6915150" cy="31089600"/>
          </a:xfrm>
          <a:prstGeom prst="rect">
            <a:avLst/>
          </a:prstGeom>
          <a:solidFill>
            <a:schemeClr val="bg1"/>
          </a:solidFill>
          <a:ln w="9525">
            <a:solidFill>
              <a:schemeClr val="tx2"/>
            </a:solidFill>
            <a:miter lim="800000"/>
            <a:headEnd/>
            <a:tailEnd/>
          </a:ln>
        </p:spPr>
        <p:txBody>
          <a:bodyPr wrap="none" lIns="83816" tIns="41907" rIns="83816" bIns="41907" anchor="ctr"/>
          <a:lstStyle/>
          <a:p>
            <a:endParaRPr lang="en-US" sz="7884"/>
          </a:p>
        </p:txBody>
      </p:sp>
      <p:sp>
        <p:nvSpPr>
          <p:cNvPr id="5124" name="Rectangle 33"/>
          <p:cNvSpPr>
            <a:spLocks noChangeArrowheads="1"/>
          </p:cNvSpPr>
          <p:nvPr/>
        </p:nvSpPr>
        <p:spPr bwMode="auto">
          <a:xfrm>
            <a:off x="7989094" y="8007350"/>
            <a:ext cx="14144625" cy="31089600"/>
          </a:xfrm>
          <a:prstGeom prst="rect">
            <a:avLst/>
          </a:prstGeom>
          <a:solidFill>
            <a:schemeClr val="bg1"/>
          </a:solidFill>
          <a:ln w="9525">
            <a:solidFill>
              <a:schemeClr val="tx2"/>
            </a:solidFill>
            <a:miter lim="800000"/>
            <a:headEnd/>
            <a:tailEnd/>
          </a:ln>
        </p:spPr>
        <p:txBody>
          <a:bodyPr wrap="none" lIns="83816" tIns="41907" rIns="83816" bIns="41907" anchor="ctr"/>
          <a:lstStyle/>
          <a:p>
            <a:endParaRPr lang="en-US" sz="7884"/>
          </a:p>
        </p:txBody>
      </p:sp>
      <p:cxnSp>
        <p:nvCxnSpPr>
          <p:cNvPr id="22" name="Straight Connector 21"/>
          <p:cNvCxnSpPr/>
          <p:nvPr userDrawn="1"/>
        </p:nvCxnSpPr>
        <p:spPr>
          <a:xfrm>
            <a:off x="628650" y="7315200"/>
            <a:ext cx="28917900" cy="0"/>
          </a:xfrm>
          <a:prstGeom prst="line">
            <a:avLst/>
          </a:prstGeom>
          <a:ln w="762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userDrawn="1"/>
        </p:nvCxnSpPr>
        <p:spPr>
          <a:xfrm>
            <a:off x="628650" y="39822438"/>
            <a:ext cx="28917900" cy="0"/>
          </a:xfrm>
          <a:prstGeom prst="line">
            <a:avLst/>
          </a:prstGeom>
          <a:ln w="381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046A2C79-EB5F-B048-9484-9CAC8B0EC169}"/>
              </a:ext>
            </a:extLst>
          </p:cNvPr>
          <p:cNvSpPr>
            <a:spLocks noChangeArrowheads="1"/>
          </p:cNvSpPr>
          <p:nvPr userDrawn="1"/>
        </p:nvSpPr>
        <p:spPr bwMode="auto">
          <a:xfrm flipV="1">
            <a:off x="0" y="1"/>
            <a:ext cx="30175200" cy="6596063"/>
          </a:xfrm>
          <a:prstGeom prst="rect">
            <a:avLst/>
          </a:prstGeom>
          <a:solidFill>
            <a:schemeClr val="accent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lIns="83816" tIns="41907" rIns="83816" bIns="41907" anchor="ctr"/>
          <a:lstStyle/>
          <a:p>
            <a:endParaRPr lang="en-US" sz="7884"/>
          </a:p>
        </p:txBody>
      </p:sp>
      <p:pic>
        <p:nvPicPr>
          <p:cNvPr id="10" name="Picture 9">
            <a:extLst>
              <a:ext uri="{FF2B5EF4-FFF2-40B4-BE49-F238E27FC236}">
                <a16:creationId xmlns:a16="http://schemas.microsoft.com/office/drawing/2014/main" id="{9962EBB0-BB35-F74F-95F9-86A1BCF18C1D}"/>
              </a:ext>
            </a:extLst>
          </p:cNvPr>
          <p:cNvPicPr>
            <a:picLocks noChangeAspect="1"/>
          </p:cNvPicPr>
          <p:nvPr userDrawn="1"/>
        </p:nvPicPr>
        <p:blipFill>
          <a:blip r:embed="rId3" cstate="email">
            <a:extLst>
              <a:ext uri="{28A0092B-C50C-407E-A947-70E740481C1C}">
                <a14:useLocalDpi xmlns:a14="http://schemas.microsoft.com/office/drawing/2010/main" val="0"/>
              </a:ext>
            </a:extLst>
          </a:blip>
          <a:stretch>
            <a:fillRect/>
          </a:stretch>
        </p:blipFill>
        <p:spPr>
          <a:xfrm>
            <a:off x="628650" y="795127"/>
            <a:ext cx="2271289" cy="3216484"/>
          </a:xfrm>
          <a:prstGeom prst="rect">
            <a:avLst/>
          </a:prstGeom>
        </p:spPr>
      </p:pic>
    </p:spTree>
  </p:cSld>
  <p:clrMap bg1="lt1" tx1="dk1" bg2="lt2" tx2="dk2" accent1="accent1" accent2="accent2" accent3="accent3" accent4="accent4" accent5="accent5" accent6="accent6" hlink="hlink" folHlink="folHlink"/>
  <p:sldLayoutIdLst>
    <p:sldLayoutId id="2147483755" r:id="rId1"/>
  </p:sldLayoutIdLst>
  <p:txStyles>
    <p:titleStyle>
      <a:lvl1pPr algn="ctr" defTabSz="4022342" rtl="0" eaLnBrk="0" fontAlgn="base" hangingPunct="0">
        <a:spcBef>
          <a:spcPct val="0"/>
        </a:spcBef>
        <a:spcAft>
          <a:spcPct val="0"/>
        </a:spcAft>
        <a:defRPr sz="8067" kern="1200">
          <a:solidFill>
            <a:schemeClr val="bg1"/>
          </a:solidFill>
          <a:latin typeface="Trebuchet MS" pitchFamily="34" charset="0"/>
          <a:ea typeface="ＭＳ Ｐゴシック" charset="-128"/>
          <a:cs typeface="ＭＳ Ｐゴシック" charset="-128"/>
        </a:defRPr>
      </a:lvl1pPr>
      <a:lvl2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2pPr>
      <a:lvl3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3pPr>
      <a:lvl4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4pPr>
      <a:lvl5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5pPr>
      <a:lvl6pPr marL="419115"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6pPr>
      <a:lvl7pPr marL="838230"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7pPr>
      <a:lvl8pPr marL="1257346"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8pPr>
      <a:lvl9pPr marL="1676461"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9pPr>
    </p:titleStyle>
    <p:bodyStyle>
      <a:lvl1pPr marL="1507651" indent="-1507651" algn="l" defTabSz="4022342" rtl="0" eaLnBrk="0" fontAlgn="base" hangingPunct="0">
        <a:spcBef>
          <a:spcPct val="20000"/>
        </a:spcBef>
        <a:spcAft>
          <a:spcPct val="0"/>
        </a:spcAft>
        <a:buFont typeface="Arial" charset="0"/>
        <a:buChar char="•"/>
        <a:defRPr sz="14117" kern="1200">
          <a:solidFill>
            <a:schemeClr val="tx1"/>
          </a:solidFill>
          <a:latin typeface="+mn-lt"/>
          <a:ea typeface="ＭＳ Ｐゴシック" charset="-128"/>
          <a:cs typeface="ＭＳ Ｐゴシック" charset="-128"/>
        </a:defRPr>
      </a:lvl1pPr>
      <a:lvl2pPr marL="3268517" indent="-1255891" algn="l" defTabSz="4022342" rtl="0" eaLnBrk="0" fontAlgn="base" hangingPunct="0">
        <a:spcBef>
          <a:spcPct val="20000"/>
        </a:spcBef>
        <a:spcAft>
          <a:spcPct val="0"/>
        </a:spcAft>
        <a:buFont typeface="Arial" charset="0"/>
        <a:buChar char="–"/>
        <a:defRPr sz="12375" kern="1200">
          <a:solidFill>
            <a:schemeClr val="tx1"/>
          </a:solidFill>
          <a:latin typeface="+mn-lt"/>
          <a:ea typeface="ＭＳ Ｐゴシック" charset="-128"/>
          <a:cs typeface="+mn-cs"/>
        </a:defRPr>
      </a:lvl2pPr>
      <a:lvl3pPr marL="5027928" indent="-1005586" algn="l" defTabSz="4022342" rtl="0" eaLnBrk="0" fontAlgn="base" hangingPunct="0">
        <a:spcBef>
          <a:spcPct val="20000"/>
        </a:spcBef>
        <a:spcAft>
          <a:spcPct val="0"/>
        </a:spcAft>
        <a:buFont typeface="Arial" charset="0"/>
        <a:buChar char="•"/>
        <a:defRPr sz="10634" kern="1200">
          <a:solidFill>
            <a:schemeClr val="tx1"/>
          </a:solidFill>
          <a:latin typeface="+mn-lt"/>
          <a:ea typeface="ＭＳ Ｐゴシック" charset="-128"/>
          <a:cs typeface="+mn-cs"/>
        </a:defRPr>
      </a:lvl3pPr>
      <a:lvl4pPr marL="7040554" indent="-1005586" algn="l" defTabSz="4022342" rtl="0" eaLnBrk="0" fontAlgn="base" hangingPunct="0">
        <a:spcBef>
          <a:spcPct val="20000"/>
        </a:spcBef>
        <a:spcAft>
          <a:spcPct val="0"/>
        </a:spcAft>
        <a:buFont typeface="Arial" charset="0"/>
        <a:buChar char="–"/>
        <a:defRPr sz="8800" kern="1200">
          <a:solidFill>
            <a:schemeClr val="tx1"/>
          </a:solidFill>
          <a:latin typeface="+mn-lt"/>
          <a:ea typeface="ＭＳ Ｐゴシック" charset="-128"/>
          <a:cs typeface="+mn-cs"/>
        </a:defRPr>
      </a:lvl4pPr>
      <a:lvl5pPr marL="9051725" indent="-1005586" algn="l" defTabSz="4022342" rtl="0" eaLnBrk="0" fontAlgn="base" hangingPunct="0">
        <a:spcBef>
          <a:spcPct val="20000"/>
        </a:spcBef>
        <a:spcAft>
          <a:spcPct val="0"/>
        </a:spcAft>
        <a:buFont typeface="Arial" charset="0"/>
        <a:buChar char="»"/>
        <a:defRPr sz="8800" kern="1200">
          <a:solidFill>
            <a:schemeClr val="tx1"/>
          </a:solidFill>
          <a:latin typeface="+mn-lt"/>
          <a:ea typeface="ＭＳ Ｐゴシック" charset="-128"/>
          <a:cs typeface="+mn-cs"/>
        </a:defRPr>
      </a:lvl5pPr>
      <a:lvl6pPr marL="11064090"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6pPr>
      <a:lvl7pPr marL="13075741"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7pPr>
      <a:lvl8pPr marL="15087394"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8pPr>
      <a:lvl9pPr marL="17099047"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9pPr>
    </p:bodyStyle>
    <p:otherStyle>
      <a:defPPr>
        <a:defRPr lang="en-US"/>
      </a:defPPr>
      <a:lvl1pPr marL="0" algn="l" defTabSz="4023305" rtl="0" eaLnBrk="1" latinLnBrk="0" hangingPunct="1">
        <a:defRPr sz="7884" kern="1200">
          <a:solidFill>
            <a:schemeClr val="tx1"/>
          </a:solidFill>
          <a:latin typeface="+mn-lt"/>
          <a:ea typeface="+mn-ea"/>
          <a:cs typeface="+mn-cs"/>
        </a:defRPr>
      </a:lvl1pPr>
      <a:lvl2pPr marL="2011653" algn="l" defTabSz="4023305" rtl="0" eaLnBrk="1" latinLnBrk="0" hangingPunct="1">
        <a:defRPr sz="7884" kern="1200">
          <a:solidFill>
            <a:schemeClr val="tx1"/>
          </a:solidFill>
          <a:latin typeface="+mn-lt"/>
          <a:ea typeface="+mn-ea"/>
          <a:cs typeface="+mn-cs"/>
        </a:defRPr>
      </a:lvl2pPr>
      <a:lvl3pPr marL="4023305" algn="l" defTabSz="4023305" rtl="0" eaLnBrk="1" latinLnBrk="0" hangingPunct="1">
        <a:defRPr sz="7884" kern="1200">
          <a:solidFill>
            <a:schemeClr val="tx1"/>
          </a:solidFill>
          <a:latin typeface="+mn-lt"/>
          <a:ea typeface="+mn-ea"/>
          <a:cs typeface="+mn-cs"/>
        </a:defRPr>
      </a:lvl3pPr>
      <a:lvl4pPr marL="6034958" algn="l" defTabSz="4023305" rtl="0" eaLnBrk="1" latinLnBrk="0" hangingPunct="1">
        <a:defRPr sz="7884" kern="1200">
          <a:solidFill>
            <a:schemeClr val="tx1"/>
          </a:solidFill>
          <a:latin typeface="+mn-lt"/>
          <a:ea typeface="+mn-ea"/>
          <a:cs typeface="+mn-cs"/>
        </a:defRPr>
      </a:lvl4pPr>
      <a:lvl5pPr marL="8046610" algn="l" defTabSz="4023305" rtl="0" eaLnBrk="1" latinLnBrk="0" hangingPunct="1">
        <a:defRPr sz="7884" kern="1200">
          <a:solidFill>
            <a:schemeClr val="tx1"/>
          </a:solidFill>
          <a:latin typeface="+mn-lt"/>
          <a:ea typeface="+mn-ea"/>
          <a:cs typeface="+mn-cs"/>
        </a:defRPr>
      </a:lvl5pPr>
      <a:lvl6pPr marL="10058263" algn="l" defTabSz="4023305" rtl="0" eaLnBrk="1" latinLnBrk="0" hangingPunct="1">
        <a:defRPr sz="7884" kern="1200">
          <a:solidFill>
            <a:schemeClr val="tx1"/>
          </a:solidFill>
          <a:latin typeface="+mn-lt"/>
          <a:ea typeface="+mn-ea"/>
          <a:cs typeface="+mn-cs"/>
        </a:defRPr>
      </a:lvl6pPr>
      <a:lvl7pPr marL="12069917" algn="l" defTabSz="4023305" rtl="0" eaLnBrk="1" latinLnBrk="0" hangingPunct="1">
        <a:defRPr sz="7884" kern="1200">
          <a:solidFill>
            <a:schemeClr val="tx1"/>
          </a:solidFill>
          <a:latin typeface="+mn-lt"/>
          <a:ea typeface="+mn-ea"/>
          <a:cs typeface="+mn-cs"/>
        </a:defRPr>
      </a:lvl7pPr>
      <a:lvl8pPr marL="14081568" algn="l" defTabSz="4023305" rtl="0" eaLnBrk="1" latinLnBrk="0" hangingPunct="1">
        <a:defRPr sz="7884" kern="1200">
          <a:solidFill>
            <a:schemeClr val="tx1"/>
          </a:solidFill>
          <a:latin typeface="+mn-lt"/>
          <a:ea typeface="+mn-ea"/>
          <a:cs typeface="+mn-cs"/>
        </a:defRPr>
      </a:lvl8pPr>
      <a:lvl9pPr marL="16093221" algn="l" defTabSz="4023305" rtl="0" eaLnBrk="1" latinLnBrk="0" hangingPunct="1">
        <a:defRPr sz="7884"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170" name="Rectangle 33"/>
          <p:cNvSpPr>
            <a:spLocks noChangeArrowheads="1"/>
          </p:cNvSpPr>
          <p:nvPr/>
        </p:nvSpPr>
        <p:spPr bwMode="auto">
          <a:xfrm>
            <a:off x="8016744" y="7999413"/>
            <a:ext cx="21526896" cy="31089600"/>
          </a:xfrm>
          <a:prstGeom prst="rect">
            <a:avLst/>
          </a:prstGeom>
          <a:solidFill>
            <a:schemeClr val="bg1"/>
          </a:solidFill>
          <a:ln w="9525">
            <a:solidFill>
              <a:schemeClr val="tx2"/>
            </a:solidFill>
            <a:miter lim="800000"/>
            <a:headEnd/>
            <a:tailEnd/>
          </a:ln>
        </p:spPr>
        <p:txBody>
          <a:bodyPr wrap="none" lIns="83816" tIns="41907" rIns="83816" bIns="41907" anchor="ctr"/>
          <a:lstStyle/>
          <a:p>
            <a:endParaRPr lang="en-US" sz="7884"/>
          </a:p>
        </p:txBody>
      </p:sp>
      <p:sp>
        <p:nvSpPr>
          <p:cNvPr id="6147" name="Rectangle 33"/>
          <p:cNvSpPr>
            <a:spLocks noChangeArrowheads="1"/>
          </p:cNvSpPr>
          <p:nvPr userDrawn="1"/>
        </p:nvSpPr>
        <p:spPr bwMode="auto">
          <a:xfrm>
            <a:off x="628650" y="7999413"/>
            <a:ext cx="6915150" cy="31089600"/>
          </a:xfrm>
          <a:prstGeom prst="rect">
            <a:avLst/>
          </a:prstGeom>
          <a:solidFill>
            <a:schemeClr val="bg1">
              <a:lumMod val="95000"/>
            </a:schemeClr>
          </a:solidFill>
          <a:ln w="9525">
            <a:solidFill>
              <a:schemeClr val="tx2"/>
            </a:solidFill>
            <a:miter lim="800000"/>
            <a:headEnd/>
            <a:tailEnd/>
          </a:ln>
        </p:spPr>
        <p:txBody>
          <a:bodyPr wrap="none" lIns="83816" tIns="41907" rIns="83816" bIns="41907" anchor="ctr"/>
          <a:lstStyle/>
          <a:p>
            <a:pPr>
              <a:defRPr/>
            </a:pPr>
            <a:endParaRPr lang="en-US" sz="7884"/>
          </a:p>
        </p:txBody>
      </p:sp>
      <p:cxnSp>
        <p:nvCxnSpPr>
          <p:cNvPr id="21" name="Straight Connector 20"/>
          <p:cNvCxnSpPr/>
          <p:nvPr userDrawn="1"/>
        </p:nvCxnSpPr>
        <p:spPr>
          <a:xfrm>
            <a:off x="628650" y="7315200"/>
            <a:ext cx="28917900" cy="0"/>
          </a:xfrm>
          <a:prstGeom prst="line">
            <a:avLst/>
          </a:prstGeom>
          <a:ln w="762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22" name="Straight Connector 21"/>
          <p:cNvCxnSpPr/>
          <p:nvPr userDrawn="1"/>
        </p:nvCxnSpPr>
        <p:spPr>
          <a:xfrm>
            <a:off x="628650" y="39822438"/>
            <a:ext cx="28917900" cy="0"/>
          </a:xfrm>
          <a:prstGeom prst="line">
            <a:avLst/>
          </a:prstGeom>
          <a:ln w="38100" cap="flat" cmpd="sng" algn="ctr">
            <a:solidFill>
              <a:schemeClr val="tx2">
                <a:alpha val="5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E7BE1506-68B1-B74D-9564-838841A60713}"/>
              </a:ext>
            </a:extLst>
          </p:cNvPr>
          <p:cNvSpPr>
            <a:spLocks noChangeArrowheads="1"/>
          </p:cNvSpPr>
          <p:nvPr userDrawn="1"/>
        </p:nvSpPr>
        <p:spPr bwMode="auto">
          <a:xfrm flipV="1">
            <a:off x="0" y="1"/>
            <a:ext cx="30175200" cy="6596063"/>
          </a:xfrm>
          <a:prstGeom prst="rect">
            <a:avLst/>
          </a:prstGeom>
          <a:solidFill>
            <a:schemeClr val="accent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lIns="83816" tIns="41907" rIns="83816" bIns="41907" anchor="ctr"/>
          <a:lstStyle/>
          <a:p>
            <a:endParaRPr lang="en-US" sz="7884"/>
          </a:p>
        </p:txBody>
      </p:sp>
      <p:pic>
        <p:nvPicPr>
          <p:cNvPr id="9" name="Picture 8">
            <a:extLst>
              <a:ext uri="{FF2B5EF4-FFF2-40B4-BE49-F238E27FC236}">
                <a16:creationId xmlns:a16="http://schemas.microsoft.com/office/drawing/2014/main" id="{97FCA64A-87BF-8C48-936C-E1C3E86F8E46}"/>
              </a:ext>
            </a:extLst>
          </p:cNvPr>
          <p:cNvPicPr>
            <a:picLocks noChangeAspect="1"/>
          </p:cNvPicPr>
          <p:nvPr userDrawn="1"/>
        </p:nvPicPr>
        <p:blipFill>
          <a:blip r:embed="rId3" cstate="email">
            <a:extLst>
              <a:ext uri="{28A0092B-C50C-407E-A947-70E740481C1C}">
                <a14:useLocalDpi xmlns:a14="http://schemas.microsoft.com/office/drawing/2010/main" val="0"/>
              </a:ext>
            </a:extLst>
          </a:blip>
          <a:stretch>
            <a:fillRect/>
          </a:stretch>
        </p:blipFill>
        <p:spPr>
          <a:xfrm>
            <a:off x="628650" y="795127"/>
            <a:ext cx="2271289" cy="3216484"/>
          </a:xfrm>
          <a:prstGeom prst="rect">
            <a:avLst/>
          </a:prstGeom>
        </p:spPr>
      </p:pic>
    </p:spTree>
  </p:cSld>
  <p:clrMap bg1="lt1" tx1="dk1" bg2="lt2" tx2="dk2" accent1="accent1" accent2="accent2" accent3="accent3" accent4="accent4" accent5="accent5" accent6="accent6" hlink="hlink" folHlink="folHlink"/>
  <p:sldLayoutIdLst>
    <p:sldLayoutId id="2147483756" r:id="rId1"/>
  </p:sldLayoutIdLst>
  <p:txStyles>
    <p:titleStyle>
      <a:lvl1pPr algn="ctr" defTabSz="4022342" rtl="0" eaLnBrk="0" fontAlgn="base" hangingPunct="0">
        <a:spcBef>
          <a:spcPct val="0"/>
        </a:spcBef>
        <a:spcAft>
          <a:spcPct val="0"/>
        </a:spcAft>
        <a:defRPr sz="8067" kern="1200">
          <a:solidFill>
            <a:schemeClr val="bg1"/>
          </a:solidFill>
          <a:latin typeface="Trebuchet MS" pitchFamily="34" charset="0"/>
          <a:ea typeface="ＭＳ Ｐゴシック" charset="-128"/>
          <a:cs typeface="ＭＳ Ｐゴシック" charset="-128"/>
        </a:defRPr>
      </a:lvl1pPr>
      <a:lvl2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2pPr>
      <a:lvl3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3pPr>
      <a:lvl4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4pPr>
      <a:lvl5pPr algn="ctr" defTabSz="4022342" rtl="0" eaLnBrk="0" fontAlgn="base" hangingPunct="0">
        <a:spcBef>
          <a:spcPct val="0"/>
        </a:spcBef>
        <a:spcAft>
          <a:spcPct val="0"/>
        </a:spcAft>
        <a:defRPr sz="8067">
          <a:solidFill>
            <a:schemeClr val="bg1"/>
          </a:solidFill>
          <a:latin typeface="Trebuchet MS" charset="0"/>
          <a:ea typeface="ＭＳ Ｐゴシック" charset="-128"/>
          <a:cs typeface="ＭＳ Ｐゴシック" charset="-128"/>
        </a:defRPr>
      </a:lvl5pPr>
      <a:lvl6pPr marL="419115"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6pPr>
      <a:lvl7pPr marL="838230"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7pPr>
      <a:lvl8pPr marL="1257346"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8pPr>
      <a:lvl9pPr marL="1676461" algn="ctr" defTabSz="4022342" rtl="0" fontAlgn="base">
        <a:spcBef>
          <a:spcPct val="0"/>
        </a:spcBef>
        <a:spcAft>
          <a:spcPct val="0"/>
        </a:spcAft>
        <a:defRPr sz="8067">
          <a:solidFill>
            <a:schemeClr val="bg1"/>
          </a:solidFill>
          <a:latin typeface="Trebuchet MS" charset="0"/>
          <a:ea typeface="ＭＳ Ｐゴシック" charset="-128"/>
          <a:cs typeface="ＭＳ Ｐゴシック" charset="-128"/>
        </a:defRPr>
      </a:lvl9pPr>
    </p:titleStyle>
    <p:bodyStyle>
      <a:lvl1pPr marL="1507651" indent="-1507651" algn="l" defTabSz="4022342" rtl="0" eaLnBrk="0" fontAlgn="base" hangingPunct="0">
        <a:spcBef>
          <a:spcPct val="20000"/>
        </a:spcBef>
        <a:spcAft>
          <a:spcPct val="0"/>
        </a:spcAft>
        <a:buFont typeface="Arial" charset="0"/>
        <a:buChar char="•"/>
        <a:defRPr sz="14117" kern="1200">
          <a:solidFill>
            <a:schemeClr val="tx1"/>
          </a:solidFill>
          <a:latin typeface="+mn-lt"/>
          <a:ea typeface="ＭＳ Ｐゴシック" charset="-128"/>
          <a:cs typeface="ＭＳ Ｐゴシック" charset="-128"/>
        </a:defRPr>
      </a:lvl1pPr>
      <a:lvl2pPr marL="3268517" indent="-1255891" algn="l" defTabSz="4022342" rtl="0" eaLnBrk="0" fontAlgn="base" hangingPunct="0">
        <a:spcBef>
          <a:spcPct val="20000"/>
        </a:spcBef>
        <a:spcAft>
          <a:spcPct val="0"/>
        </a:spcAft>
        <a:buFont typeface="Arial" charset="0"/>
        <a:buChar char="–"/>
        <a:defRPr sz="12375" kern="1200">
          <a:solidFill>
            <a:schemeClr val="tx1"/>
          </a:solidFill>
          <a:latin typeface="+mn-lt"/>
          <a:ea typeface="ＭＳ Ｐゴシック" charset="-128"/>
          <a:cs typeface="+mn-cs"/>
        </a:defRPr>
      </a:lvl2pPr>
      <a:lvl3pPr marL="5027928" indent="-1005586" algn="l" defTabSz="4022342" rtl="0" eaLnBrk="0" fontAlgn="base" hangingPunct="0">
        <a:spcBef>
          <a:spcPct val="20000"/>
        </a:spcBef>
        <a:spcAft>
          <a:spcPct val="0"/>
        </a:spcAft>
        <a:buFont typeface="Arial" charset="0"/>
        <a:buChar char="•"/>
        <a:defRPr sz="10634" kern="1200">
          <a:solidFill>
            <a:schemeClr val="tx1"/>
          </a:solidFill>
          <a:latin typeface="+mn-lt"/>
          <a:ea typeface="ＭＳ Ｐゴシック" charset="-128"/>
          <a:cs typeface="+mn-cs"/>
        </a:defRPr>
      </a:lvl3pPr>
      <a:lvl4pPr marL="7040554" indent="-1005586" algn="l" defTabSz="4022342" rtl="0" eaLnBrk="0" fontAlgn="base" hangingPunct="0">
        <a:spcBef>
          <a:spcPct val="20000"/>
        </a:spcBef>
        <a:spcAft>
          <a:spcPct val="0"/>
        </a:spcAft>
        <a:buFont typeface="Arial" charset="0"/>
        <a:buChar char="–"/>
        <a:defRPr sz="8800" kern="1200">
          <a:solidFill>
            <a:schemeClr val="tx1"/>
          </a:solidFill>
          <a:latin typeface="+mn-lt"/>
          <a:ea typeface="ＭＳ Ｐゴシック" charset="-128"/>
          <a:cs typeface="+mn-cs"/>
        </a:defRPr>
      </a:lvl4pPr>
      <a:lvl5pPr marL="9051725" indent="-1005586" algn="l" defTabSz="4022342" rtl="0" eaLnBrk="0" fontAlgn="base" hangingPunct="0">
        <a:spcBef>
          <a:spcPct val="20000"/>
        </a:spcBef>
        <a:spcAft>
          <a:spcPct val="0"/>
        </a:spcAft>
        <a:buFont typeface="Arial" charset="0"/>
        <a:buChar char="»"/>
        <a:defRPr sz="8800" kern="1200">
          <a:solidFill>
            <a:schemeClr val="tx1"/>
          </a:solidFill>
          <a:latin typeface="+mn-lt"/>
          <a:ea typeface="ＭＳ Ｐゴシック" charset="-128"/>
          <a:cs typeface="+mn-cs"/>
        </a:defRPr>
      </a:lvl5pPr>
      <a:lvl6pPr marL="11064090"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6pPr>
      <a:lvl7pPr marL="13075741"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7pPr>
      <a:lvl8pPr marL="15087394"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8pPr>
      <a:lvl9pPr marL="17099047"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9pPr>
    </p:bodyStyle>
    <p:otherStyle>
      <a:defPPr>
        <a:defRPr lang="en-US"/>
      </a:defPPr>
      <a:lvl1pPr marL="0" algn="l" defTabSz="4023305" rtl="0" eaLnBrk="1" latinLnBrk="0" hangingPunct="1">
        <a:defRPr sz="7884" kern="1200">
          <a:solidFill>
            <a:schemeClr val="tx1"/>
          </a:solidFill>
          <a:latin typeface="+mn-lt"/>
          <a:ea typeface="+mn-ea"/>
          <a:cs typeface="+mn-cs"/>
        </a:defRPr>
      </a:lvl1pPr>
      <a:lvl2pPr marL="2011653" algn="l" defTabSz="4023305" rtl="0" eaLnBrk="1" latinLnBrk="0" hangingPunct="1">
        <a:defRPr sz="7884" kern="1200">
          <a:solidFill>
            <a:schemeClr val="tx1"/>
          </a:solidFill>
          <a:latin typeface="+mn-lt"/>
          <a:ea typeface="+mn-ea"/>
          <a:cs typeface="+mn-cs"/>
        </a:defRPr>
      </a:lvl2pPr>
      <a:lvl3pPr marL="4023305" algn="l" defTabSz="4023305" rtl="0" eaLnBrk="1" latinLnBrk="0" hangingPunct="1">
        <a:defRPr sz="7884" kern="1200">
          <a:solidFill>
            <a:schemeClr val="tx1"/>
          </a:solidFill>
          <a:latin typeface="+mn-lt"/>
          <a:ea typeface="+mn-ea"/>
          <a:cs typeface="+mn-cs"/>
        </a:defRPr>
      </a:lvl3pPr>
      <a:lvl4pPr marL="6034958" algn="l" defTabSz="4023305" rtl="0" eaLnBrk="1" latinLnBrk="0" hangingPunct="1">
        <a:defRPr sz="7884" kern="1200">
          <a:solidFill>
            <a:schemeClr val="tx1"/>
          </a:solidFill>
          <a:latin typeface="+mn-lt"/>
          <a:ea typeface="+mn-ea"/>
          <a:cs typeface="+mn-cs"/>
        </a:defRPr>
      </a:lvl4pPr>
      <a:lvl5pPr marL="8046610" algn="l" defTabSz="4023305" rtl="0" eaLnBrk="1" latinLnBrk="0" hangingPunct="1">
        <a:defRPr sz="7884" kern="1200">
          <a:solidFill>
            <a:schemeClr val="tx1"/>
          </a:solidFill>
          <a:latin typeface="+mn-lt"/>
          <a:ea typeface="+mn-ea"/>
          <a:cs typeface="+mn-cs"/>
        </a:defRPr>
      </a:lvl5pPr>
      <a:lvl6pPr marL="10058263" algn="l" defTabSz="4023305" rtl="0" eaLnBrk="1" latinLnBrk="0" hangingPunct="1">
        <a:defRPr sz="7884" kern="1200">
          <a:solidFill>
            <a:schemeClr val="tx1"/>
          </a:solidFill>
          <a:latin typeface="+mn-lt"/>
          <a:ea typeface="+mn-ea"/>
          <a:cs typeface="+mn-cs"/>
        </a:defRPr>
      </a:lvl6pPr>
      <a:lvl7pPr marL="12069917" algn="l" defTabSz="4023305" rtl="0" eaLnBrk="1" latinLnBrk="0" hangingPunct="1">
        <a:defRPr sz="7884" kern="1200">
          <a:solidFill>
            <a:schemeClr val="tx1"/>
          </a:solidFill>
          <a:latin typeface="+mn-lt"/>
          <a:ea typeface="+mn-ea"/>
          <a:cs typeface="+mn-cs"/>
        </a:defRPr>
      </a:lvl7pPr>
      <a:lvl8pPr marL="14081568" algn="l" defTabSz="4023305" rtl="0" eaLnBrk="1" latinLnBrk="0" hangingPunct="1">
        <a:defRPr sz="7884" kern="1200">
          <a:solidFill>
            <a:schemeClr val="tx1"/>
          </a:solidFill>
          <a:latin typeface="+mn-lt"/>
          <a:ea typeface="+mn-ea"/>
          <a:cs typeface="+mn-cs"/>
        </a:defRPr>
      </a:lvl8pPr>
      <a:lvl9pPr marL="16093221" algn="l" defTabSz="4023305" rtl="0" eaLnBrk="1" latinLnBrk="0" hangingPunct="1">
        <a:defRPr sz="78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Placeholder 26">
            <a:extLst>
              <a:ext uri="{FF2B5EF4-FFF2-40B4-BE49-F238E27FC236}">
                <a16:creationId xmlns:a16="http://schemas.microsoft.com/office/drawing/2014/main" id="{0028A7C9-9F08-C978-2465-04C1DBAE41DD}"/>
              </a:ext>
            </a:extLst>
          </p:cNvPr>
          <p:cNvPicPr>
            <a:picLocks noGrp="1" noChangeAspect="1"/>
          </p:cNvPicPr>
          <p:nvPr>
            <p:ph type="pic" sz="quarter" idx="152"/>
          </p:nvPr>
        </p:nvPicPr>
        <p:blipFill>
          <a:blip r:embed="rId2">
            <a:extLst>
              <a:ext uri="{28A0092B-C50C-407E-A947-70E740481C1C}">
                <a14:useLocalDpi xmlns:a14="http://schemas.microsoft.com/office/drawing/2010/main" val="0"/>
              </a:ext>
            </a:extLst>
          </a:blip>
          <a:srcRect/>
          <a:stretch/>
        </p:blipFill>
        <p:spPr>
          <a:xfrm>
            <a:off x="8139045" y="10020635"/>
            <a:ext cx="13897110" cy="5473109"/>
          </a:xfrm>
          <a:prstGeom prst="rect">
            <a:avLst/>
          </a:prstGeom>
        </p:spPr>
      </p:pic>
      <p:pic>
        <p:nvPicPr>
          <p:cNvPr id="24" name="Picture Placeholder 23">
            <a:extLst>
              <a:ext uri="{FF2B5EF4-FFF2-40B4-BE49-F238E27FC236}">
                <a16:creationId xmlns:a16="http://schemas.microsoft.com/office/drawing/2014/main" id="{7CCD4B83-6101-35A2-A0C9-52A6E5C3A671}"/>
              </a:ext>
            </a:extLst>
          </p:cNvPr>
          <p:cNvPicPr>
            <a:picLocks noGrp="1" noChangeAspect="1"/>
          </p:cNvPicPr>
          <p:nvPr>
            <p:ph type="pic" sz="quarter" idx="153"/>
          </p:nvPr>
        </p:nvPicPr>
        <p:blipFill>
          <a:blip r:embed="rId3" cstate="email">
            <a:extLst>
              <a:ext uri="{28A0092B-C50C-407E-A947-70E740481C1C}">
                <a14:useLocalDpi xmlns:a14="http://schemas.microsoft.com/office/drawing/2010/main" val="0"/>
              </a:ext>
            </a:extLst>
          </a:blip>
          <a:stretch>
            <a:fillRect/>
          </a:stretch>
        </p:blipFill>
        <p:spPr>
          <a:xfrm>
            <a:off x="8353395" y="20441249"/>
            <a:ext cx="13412031" cy="10462689"/>
          </a:xfrm>
          <a:prstGeom prst="rect">
            <a:avLst/>
          </a:prstGeom>
        </p:spPr>
      </p:pic>
      <p:pic>
        <p:nvPicPr>
          <p:cNvPr id="26" name="Picture Placeholder 25">
            <a:extLst>
              <a:ext uri="{FF2B5EF4-FFF2-40B4-BE49-F238E27FC236}">
                <a16:creationId xmlns:a16="http://schemas.microsoft.com/office/drawing/2014/main" id="{D10BB649-0E1C-1E40-68A4-6642A6BA1B09}"/>
              </a:ext>
            </a:extLst>
          </p:cNvPr>
          <p:cNvPicPr>
            <a:picLocks noGrp="1" noChangeAspect="1"/>
          </p:cNvPicPr>
          <p:nvPr>
            <p:ph type="pic" sz="quarter" idx="154"/>
          </p:nvPr>
        </p:nvPicPr>
        <p:blipFill>
          <a:blip r:embed="rId4" cstate="email">
            <a:extLst>
              <a:ext uri="{28A0092B-C50C-407E-A947-70E740481C1C}">
                <a14:useLocalDpi xmlns:a14="http://schemas.microsoft.com/office/drawing/2010/main" val="0"/>
              </a:ext>
            </a:extLst>
          </a:blip>
          <a:stretch>
            <a:fillRect/>
          </a:stretch>
        </p:blipFill>
        <p:spPr>
          <a:xfrm>
            <a:off x="16693000" y="32456879"/>
            <a:ext cx="5343155" cy="3563119"/>
          </a:xfrm>
          <a:prstGeom prst="rect">
            <a:avLst/>
          </a:prstGeom>
        </p:spPr>
      </p:pic>
      <p:pic>
        <p:nvPicPr>
          <p:cNvPr id="30" name="Picture Placeholder 29">
            <a:extLst>
              <a:ext uri="{FF2B5EF4-FFF2-40B4-BE49-F238E27FC236}">
                <a16:creationId xmlns:a16="http://schemas.microsoft.com/office/drawing/2014/main" id="{CF089CA4-10DC-5DD3-3431-5C25B12A126F}"/>
              </a:ext>
            </a:extLst>
          </p:cNvPr>
          <p:cNvPicPr>
            <a:picLocks noGrp="1" noChangeAspect="1"/>
          </p:cNvPicPr>
          <p:nvPr>
            <p:ph type="pic" sz="quarter" idx="155"/>
          </p:nvPr>
        </p:nvPicPr>
        <p:blipFill>
          <a:blip r:embed="rId5" cstate="email">
            <a:extLst>
              <a:ext uri="{28A0092B-C50C-407E-A947-70E740481C1C}">
                <a14:useLocalDpi xmlns:a14="http://schemas.microsoft.com/office/drawing/2010/main" val="0"/>
              </a:ext>
            </a:extLst>
          </a:blip>
          <a:srcRect t="6406" r="50796"/>
          <a:stretch>
            <a:fillRect/>
          </a:stretch>
        </p:blipFill>
        <p:spPr>
          <a:xfrm>
            <a:off x="811527" y="26260751"/>
            <a:ext cx="6404304" cy="6302049"/>
          </a:xfrm>
          <a:prstGeom prst="rect">
            <a:avLst/>
          </a:prstGeom>
        </p:spPr>
      </p:pic>
      <p:sp>
        <p:nvSpPr>
          <p:cNvPr id="23" name="Picture Placeholder 22">
            <a:extLst>
              <a:ext uri="{FF2B5EF4-FFF2-40B4-BE49-F238E27FC236}">
                <a16:creationId xmlns:a16="http://schemas.microsoft.com/office/drawing/2014/main" id="{A1DF65FC-2FAC-A747-9F7C-3392A3F8C07B}"/>
              </a:ext>
            </a:extLst>
          </p:cNvPr>
          <p:cNvSpPr>
            <a:spLocks noGrp="1"/>
          </p:cNvSpPr>
          <p:nvPr>
            <p:ph type="pic" sz="quarter" idx="156"/>
          </p:nvPr>
        </p:nvSpPr>
        <p:spPr/>
      </p:sp>
      <p:sp>
        <p:nvSpPr>
          <p:cNvPr id="3" name="Text Placeholder 2">
            <a:extLst>
              <a:ext uri="{FF2B5EF4-FFF2-40B4-BE49-F238E27FC236}">
                <a16:creationId xmlns:a16="http://schemas.microsoft.com/office/drawing/2014/main" id="{6B54AE1F-B08D-5A40-AFDB-F5E8E834C49F}"/>
              </a:ext>
            </a:extLst>
          </p:cNvPr>
          <p:cNvSpPr>
            <a:spLocks noGrp="1"/>
          </p:cNvSpPr>
          <p:nvPr>
            <p:ph type="body" sz="quarter" idx="10"/>
          </p:nvPr>
        </p:nvSpPr>
        <p:spPr>
          <a:xfrm>
            <a:off x="637151" y="9270396"/>
            <a:ext cx="6914059" cy="3914896"/>
          </a:xfrm>
        </p:spPr>
        <p:txBody>
          <a:bodyPr/>
          <a:lstStyle/>
          <a:p>
            <a:r>
              <a:rPr lang="en-US" dirty="0"/>
              <a:t>Two-frequency heating of ECR ion sources has been shown to produce 2-5 times more high-charge state ions versus single frequency heating, while also enhancing plasma stability and shifting the charge state distribution to higher charge state ions [2].</a:t>
            </a:r>
          </a:p>
          <a:p>
            <a:r>
              <a:rPr lang="en-US" dirty="0"/>
              <a:t>In this experiment, we explore the charge state distribution and spectral temperature dependence on the power ratio of 18 and 28 GHz heating frequencies. </a:t>
            </a:r>
          </a:p>
        </p:txBody>
      </p:sp>
      <p:sp>
        <p:nvSpPr>
          <p:cNvPr id="4" name="Text Placeholder 3">
            <a:extLst>
              <a:ext uri="{FF2B5EF4-FFF2-40B4-BE49-F238E27FC236}">
                <a16:creationId xmlns:a16="http://schemas.microsoft.com/office/drawing/2014/main" id="{C9BD9246-AE45-5B4D-BC8B-383042993E37}"/>
              </a:ext>
            </a:extLst>
          </p:cNvPr>
          <p:cNvSpPr>
            <a:spLocks noGrp="1"/>
          </p:cNvSpPr>
          <p:nvPr>
            <p:ph type="body" sz="quarter" idx="11"/>
          </p:nvPr>
        </p:nvSpPr>
        <p:spPr/>
        <p:txBody>
          <a:bodyPr/>
          <a:lstStyle/>
          <a:p>
            <a:r>
              <a:rPr lang="en-US" dirty="0"/>
              <a:t>Introduction</a:t>
            </a:r>
          </a:p>
        </p:txBody>
      </p:sp>
      <p:sp>
        <p:nvSpPr>
          <p:cNvPr id="5" name="Text Placeholder 4">
            <a:extLst>
              <a:ext uri="{FF2B5EF4-FFF2-40B4-BE49-F238E27FC236}">
                <a16:creationId xmlns:a16="http://schemas.microsoft.com/office/drawing/2014/main" id="{DBB67374-7DFE-0648-B892-8A086D7DFF1F}"/>
              </a:ext>
            </a:extLst>
          </p:cNvPr>
          <p:cNvSpPr>
            <a:spLocks noGrp="1"/>
          </p:cNvSpPr>
          <p:nvPr>
            <p:ph type="body" sz="quarter" idx="19"/>
          </p:nvPr>
        </p:nvSpPr>
        <p:spPr>
          <a:xfrm>
            <a:off x="637151" y="14557926"/>
            <a:ext cx="6915150" cy="8790076"/>
          </a:xfrm>
        </p:spPr>
        <p:txBody>
          <a:bodyPr/>
          <a:lstStyle/>
          <a:p>
            <a:r>
              <a:rPr lang="en-US" dirty="0"/>
              <a:t>Axial x-rays emitted from the plasma travel through the 10 mm diameter extraction aperture, the 9 mm</a:t>
            </a:r>
            <a:r>
              <a:rPr lang="en-US" baseline="30000" dirty="0"/>
              <a:t>2</a:t>
            </a:r>
            <a:r>
              <a:rPr lang="en-US" dirty="0"/>
              <a:t> aperture in the Cu collimator, the 1 mm</a:t>
            </a:r>
            <a:r>
              <a:rPr lang="en-US" baseline="30000" dirty="0"/>
              <a:t>2</a:t>
            </a:r>
            <a:r>
              <a:rPr lang="en-US" dirty="0"/>
              <a:t> aperture in the W/Cu collimator, and are received by the XR-100T </a:t>
            </a:r>
            <a:r>
              <a:rPr lang="en-US" dirty="0" err="1"/>
              <a:t>CdTe</a:t>
            </a:r>
            <a:r>
              <a:rPr lang="en-US" dirty="0"/>
              <a:t> detector (Figure 1). A custom collimator alignment arm was created to hold the two collimators in place relative to each other, while allowing for fine adjustments in all three directions. Their alignment was tested with a laser held approximately 2.5 m upstream of the Cu collimator to simulate x-rays coming from VENUS’ extraction. </a:t>
            </a:r>
          </a:p>
          <a:p>
            <a:r>
              <a:rPr lang="en-US" dirty="0"/>
              <a:t>10-minute-long data sets were collected for each run. The O6+ beam current was optimized on the faraday cup after the analyzing magnet (BATMAN) between each run.</a:t>
            </a:r>
          </a:p>
          <a:p>
            <a:r>
              <a:rPr lang="en-US" dirty="0"/>
              <a:t>Analysis: to find the spectral temperature, we take the negative slope of the log of the normalized and detector-efficiency-corrected data (in the linear region). The steeper this slope is, the higher the hotter the electrons in the plasma are, which leads to a greater heat load on the superconducting magnet cryostat. </a:t>
            </a:r>
          </a:p>
          <a:p>
            <a:endParaRPr lang="en-US" dirty="0"/>
          </a:p>
        </p:txBody>
      </p:sp>
      <p:sp>
        <p:nvSpPr>
          <p:cNvPr id="6" name="Text Placeholder 5">
            <a:extLst>
              <a:ext uri="{FF2B5EF4-FFF2-40B4-BE49-F238E27FC236}">
                <a16:creationId xmlns:a16="http://schemas.microsoft.com/office/drawing/2014/main" id="{C69C0194-CA8B-1C44-AA0E-A316F4F34E4F}"/>
              </a:ext>
            </a:extLst>
          </p:cNvPr>
          <p:cNvSpPr>
            <a:spLocks noGrp="1"/>
          </p:cNvSpPr>
          <p:nvPr>
            <p:ph type="body" sz="quarter" idx="20"/>
          </p:nvPr>
        </p:nvSpPr>
        <p:spPr>
          <a:xfrm>
            <a:off x="634108" y="13521481"/>
            <a:ext cx="6909693" cy="891334"/>
          </a:xfrm>
        </p:spPr>
        <p:txBody>
          <a:bodyPr/>
          <a:lstStyle/>
          <a:p>
            <a:r>
              <a:rPr lang="en-US" dirty="0"/>
              <a:t>Methodology</a:t>
            </a:r>
          </a:p>
        </p:txBody>
      </p:sp>
      <p:sp>
        <p:nvSpPr>
          <p:cNvPr id="7" name="Text Placeholder 6">
            <a:extLst>
              <a:ext uri="{FF2B5EF4-FFF2-40B4-BE49-F238E27FC236}">
                <a16:creationId xmlns:a16="http://schemas.microsoft.com/office/drawing/2014/main" id="{E5F17926-1D27-354C-9B54-2F923113E1F1}"/>
              </a:ext>
            </a:extLst>
          </p:cNvPr>
          <p:cNvSpPr>
            <a:spLocks noGrp="1"/>
          </p:cNvSpPr>
          <p:nvPr>
            <p:ph type="body" sz="quarter" idx="21"/>
          </p:nvPr>
        </p:nvSpPr>
        <p:spPr>
          <a:xfrm>
            <a:off x="8016925" y="9002891"/>
            <a:ext cx="14141350" cy="830975"/>
          </a:xfrm>
        </p:spPr>
        <p:txBody>
          <a:bodyPr/>
          <a:lstStyle/>
          <a:p>
            <a:pPr algn="ctr"/>
            <a:r>
              <a:rPr lang="en-US" dirty="0"/>
              <a:t>Figure 1: Schematic of the XR-100-CdTe detector at the VENUS ion source.</a:t>
            </a:r>
          </a:p>
        </p:txBody>
      </p:sp>
      <p:sp>
        <p:nvSpPr>
          <p:cNvPr id="8" name="Text Placeholder 7">
            <a:extLst>
              <a:ext uri="{FF2B5EF4-FFF2-40B4-BE49-F238E27FC236}">
                <a16:creationId xmlns:a16="http://schemas.microsoft.com/office/drawing/2014/main" id="{E81E76C2-C18B-374E-9106-6A23364432F3}"/>
              </a:ext>
            </a:extLst>
          </p:cNvPr>
          <p:cNvSpPr>
            <a:spLocks noGrp="1"/>
          </p:cNvSpPr>
          <p:nvPr>
            <p:ph type="body" sz="quarter" idx="22"/>
          </p:nvPr>
        </p:nvSpPr>
        <p:spPr/>
        <p:txBody>
          <a:bodyPr/>
          <a:lstStyle/>
          <a:p>
            <a:r>
              <a:rPr lang="en-US" dirty="0"/>
              <a:t>Experimental Setup</a:t>
            </a:r>
          </a:p>
        </p:txBody>
      </p:sp>
      <p:sp>
        <p:nvSpPr>
          <p:cNvPr id="9" name="Text Placeholder 8">
            <a:extLst>
              <a:ext uri="{FF2B5EF4-FFF2-40B4-BE49-F238E27FC236}">
                <a16:creationId xmlns:a16="http://schemas.microsoft.com/office/drawing/2014/main" id="{214520F2-6D1C-6E44-A85B-A786AC903C52}"/>
              </a:ext>
            </a:extLst>
          </p:cNvPr>
          <p:cNvSpPr>
            <a:spLocks noGrp="1"/>
          </p:cNvSpPr>
          <p:nvPr>
            <p:ph type="body" sz="quarter" idx="23"/>
          </p:nvPr>
        </p:nvSpPr>
        <p:spPr>
          <a:xfrm>
            <a:off x="8498081" y="33335418"/>
            <a:ext cx="5877265" cy="5472245"/>
          </a:xfrm>
        </p:spPr>
        <p:txBody>
          <a:bodyPr/>
          <a:lstStyle/>
          <a:p>
            <a:pPr marL="342900" indent="-342900">
              <a:buFont typeface="Arial" panose="020B0604020202020204" pitchFamily="34" charset="0"/>
              <a:buChar char="•"/>
            </a:pPr>
            <a:r>
              <a:rPr lang="en-US" dirty="0"/>
              <a:t>At higher total power, a lower ratio is better (&lt;5)</a:t>
            </a:r>
          </a:p>
          <a:p>
            <a:pPr marL="342900" indent="-342900">
              <a:buFont typeface="Arial" panose="020B0604020202020204" pitchFamily="34" charset="0"/>
              <a:buChar char="•"/>
            </a:pPr>
            <a:r>
              <a:rPr lang="en-US" dirty="0"/>
              <a:t>For lower total power, higher ratio is better</a:t>
            </a:r>
          </a:p>
          <a:p>
            <a:pPr marL="342900" indent="-342900">
              <a:buFont typeface="Arial" panose="020B0604020202020204" pitchFamily="34" charset="0"/>
              <a:buChar char="•"/>
            </a:pPr>
            <a:r>
              <a:rPr lang="en-US" dirty="0"/>
              <a:t>As power increases, there’s a ratio that gives the least beam, but this ratio increases with total power</a:t>
            </a:r>
          </a:p>
          <a:p>
            <a:pPr marL="342900" indent="-342900">
              <a:buFont typeface="Arial" panose="020B0604020202020204" pitchFamily="34" charset="0"/>
              <a:buChar char="•"/>
            </a:pPr>
            <a:r>
              <a:rPr lang="en-US" dirty="0"/>
              <a:t>Results vary with higher and lower charge state</a:t>
            </a:r>
          </a:p>
          <a:p>
            <a:pPr marL="342900" indent="-342900">
              <a:buFont typeface="Arial" panose="020B0604020202020204" pitchFamily="34" charset="0"/>
              <a:buChar char="•"/>
            </a:pPr>
            <a:r>
              <a:rPr lang="en-US" dirty="0"/>
              <a:t>Spectral temperature does not seem to have a dependence on total power or power ratio</a:t>
            </a:r>
          </a:p>
        </p:txBody>
      </p:sp>
      <p:sp>
        <p:nvSpPr>
          <p:cNvPr id="10" name="Text Placeholder 9">
            <a:extLst>
              <a:ext uri="{FF2B5EF4-FFF2-40B4-BE49-F238E27FC236}">
                <a16:creationId xmlns:a16="http://schemas.microsoft.com/office/drawing/2014/main" id="{A3685424-6DDE-F84B-8B00-7622E45CFFDB}"/>
              </a:ext>
            </a:extLst>
          </p:cNvPr>
          <p:cNvSpPr>
            <a:spLocks noGrp="1"/>
          </p:cNvSpPr>
          <p:nvPr>
            <p:ph type="body" sz="quarter" idx="24"/>
          </p:nvPr>
        </p:nvSpPr>
        <p:spPr/>
        <p:txBody>
          <a:bodyPr/>
          <a:lstStyle/>
          <a:p>
            <a:r>
              <a:rPr lang="en-US" dirty="0"/>
              <a:t>Two-Frequency Power Results</a:t>
            </a:r>
          </a:p>
        </p:txBody>
      </p:sp>
      <p:sp>
        <p:nvSpPr>
          <p:cNvPr id="11" name="Text Placeholder 10">
            <a:extLst>
              <a:ext uri="{FF2B5EF4-FFF2-40B4-BE49-F238E27FC236}">
                <a16:creationId xmlns:a16="http://schemas.microsoft.com/office/drawing/2014/main" id="{ABE3628C-DC42-C34C-A257-8F328A2CA585}"/>
              </a:ext>
            </a:extLst>
          </p:cNvPr>
          <p:cNvSpPr>
            <a:spLocks noGrp="1"/>
          </p:cNvSpPr>
          <p:nvPr>
            <p:ph type="body" sz="quarter" idx="25"/>
          </p:nvPr>
        </p:nvSpPr>
        <p:spPr/>
        <p:txBody>
          <a:bodyPr/>
          <a:lstStyle/>
          <a:p>
            <a:r>
              <a:rPr lang="en-US" dirty="0"/>
              <a:t>Analysis</a:t>
            </a:r>
          </a:p>
        </p:txBody>
      </p:sp>
      <p:sp>
        <p:nvSpPr>
          <p:cNvPr id="12" name="Text Placeholder 11">
            <a:extLst>
              <a:ext uri="{FF2B5EF4-FFF2-40B4-BE49-F238E27FC236}">
                <a16:creationId xmlns:a16="http://schemas.microsoft.com/office/drawing/2014/main" id="{DD074438-2C91-1240-BDC9-B1D5892AF67C}"/>
              </a:ext>
            </a:extLst>
          </p:cNvPr>
          <p:cNvSpPr>
            <a:spLocks noGrp="1"/>
          </p:cNvSpPr>
          <p:nvPr>
            <p:ph type="body" sz="quarter" idx="26"/>
          </p:nvPr>
        </p:nvSpPr>
        <p:spPr>
          <a:xfrm>
            <a:off x="8016925" y="30748655"/>
            <a:ext cx="14141350" cy="830975"/>
          </a:xfrm>
        </p:spPr>
        <p:txBody>
          <a:bodyPr/>
          <a:lstStyle/>
          <a:p>
            <a:pPr algn="ctr"/>
            <a:r>
              <a:rPr lang="en-US" dirty="0"/>
              <a:t>Figure 3: Beam currents of oxygen charge state vs 28 GHz to 18 GHz power ratio.</a:t>
            </a:r>
          </a:p>
        </p:txBody>
      </p:sp>
      <p:sp>
        <p:nvSpPr>
          <p:cNvPr id="13" name="Text Placeholder 12">
            <a:extLst>
              <a:ext uri="{FF2B5EF4-FFF2-40B4-BE49-F238E27FC236}">
                <a16:creationId xmlns:a16="http://schemas.microsoft.com/office/drawing/2014/main" id="{3D2A9BA6-CEDE-814B-979E-DEFD9C24C1E0}"/>
              </a:ext>
            </a:extLst>
          </p:cNvPr>
          <p:cNvSpPr>
            <a:spLocks noGrp="1"/>
          </p:cNvSpPr>
          <p:nvPr>
            <p:ph type="body" sz="quarter" idx="27"/>
          </p:nvPr>
        </p:nvSpPr>
        <p:spPr/>
        <p:txBody>
          <a:bodyPr/>
          <a:lstStyle/>
          <a:p>
            <a:r>
              <a:rPr lang="en-US" dirty="0"/>
              <a:t>Conclusion</a:t>
            </a:r>
          </a:p>
        </p:txBody>
      </p:sp>
      <p:sp>
        <p:nvSpPr>
          <p:cNvPr id="14" name="Text Placeholder 13">
            <a:extLst>
              <a:ext uri="{FF2B5EF4-FFF2-40B4-BE49-F238E27FC236}">
                <a16:creationId xmlns:a16="http://schemas.microsoft.com/office/drawing/2014/main" id="{E9AE433F-F067-7A44-AD2E-B91C1CE65F90}"/>
              </a:ext>
            </a:extLst>
          </p:cNvPr>
          <p:cNvSpPr>
            <a:spLocks noGrp="1"/>
          </p:cNvSpPr>
          <p:nvPr>
            <p:ph type="body" sz="quarter" idx="28"/>
          </p:nvPr>
        </p:nvSpPr>
        <p:spPr>
          <a:xfrm>
            <a:off x="22645858" y="9270396"/>
            <a:ext cx="6915244" cy="1815860"/>
          </a:xfrm>
        </p:spPr>
        <p:txBody>
          <a:bodyPr/>
          <a:lstStyle/>
          <a:p>
            <a:r>
              <a:rPr lang="en-US" dirty="0"/>
              <a:t>With a constant magnetic field configuration, the oxygen beam currents depend on the ratio of 28 to 18 GHz power, but the spectral temperature of the hot electrons does not.</a:t>
            </a:r>
          </a:p>
        </p:txBody>
      </p:sp>
      <p:sp>
        <p:nvSpPr>
          <p:cNvPr id="15" name="Text Placeholder 14">
            <a:extLst>
              <a:ext uri="{FF2B5EF4-FFF2-40B4-BE49-F238E27FC236}">
                <a16:creationId xmlns:a16="http://schemas.microsoft.com/office/drawing/2014/main" id="{B7B7762A-139A-2946-B38E-0E2475A7C811}"/>
              </a:ext>
            </a:extLst>
          </p:cNvPr>
          <p:cNvSpPr>
            <a:spLocks noGrp="1"/>
          </p:cNvSpPr>
          <p:nvPr>
            <p:ph type="body" sz="quarter" idx="29"/>
          </p:nvPr>
        </p:nvSpPr>
        <p:spPr/>
        <p:txBody>
          <a:bodyPr/>
          <a:lstStyle/>
          <a:p>
            <a:r>
              <a:rPr lang="en-US" dirty="0"/>
              <a:t>References</a:t>
            </a:r>
          </a:p>
        </p:txBody>
      </p:sp>
      <p:sp>
        <p:nvSpPr>
          <p:cNvPr id="16" name="Text Placeholder 15">
            <a:extLst>
              <a:ext uri="{FF2B5EF4-FFF2-40B4-BE49-F238E27FC236}">
                <a16:creationId xmlns:a16="http://schemas.microsoft.com/office/drawing/2014/main" id="{5BF0EB9A-86CD-8845-BCD0-8E2D7427F637}"/>
              </a:ext>
            </a:extLst>
          </p:cNvPr>
          <p:cNvSpPr>
            <a:spLocks noGrp="1"/>
          </p:cNvSpPr>
          <p:nvPr>
            <p:ph type="body" sz="quarter" idx="30"/>
          </p:nvPr>
        </p:nvSpPr>
        <p:spPr>
          <a:xfrm>
            <a:off x="22635766" y="32803875"/>
            <a:ext cx="6910785" cy="2289835"/>
          </a:xfrm>
        </p:spPr>
        <p:txBody>
          <a:bodyPr/>
          <a:lstStyle/>
          <a:p>
            <a:r>
              <a:rPr lang="en-US" dirty="0"/>
              <a:t>[1] </a:t>
            </a:r>
            <a:r>
              <a:rPr lang="en-US" dirty="0" err="1"/>
              <a:t>Lyneis</a:t>
            </a:r>
            <a:r>
              <a:rPr lang="en-US" dirty="0"/>
              <a:t>, Xie, 1995 12</a:t>
            </a:r>
            <a:r>
              <a:rPr lang="en-US" baseline="30000" dirty="0"/>
              <a:t>th</a:t>
            </a:r>
            <a:r>
              <a:rPr lang="en-US" dirty="0"/>
              <a:t> International Workshop on ECR Ion Sources</a:t>
            </a:r>
          </a:p>
          <a:p>
            <a:r>
              <a:rPr lang="en-US" dirty="0"/>
              <a:t>[2] R Geller (should be first)</a:t>
            </a:r>
          </a:p>
          <a:p>
            <a:r>
              <a:rPr lang="en-US" dirty="0"/>
              <a:t>[9] J Benitez, C </a:t>
            </a:r>
            <a:r>
              <a:rPr lang="en-US" dirty="0" err="1"/>
              <a:t>Lyneis</a:t>
            </a:r>
            <a:r>
              <a:rPr lang="en-US" dirty="0"/>
              <a:t>, L Phair, D Todd and D Xie 2017 IEEE Transactions on Plasma Science 45 7</a:t>
            </a:r>
          </a:p>
        </p:txBody>
      </p:sp>
      <p:sp>
        <p:nvSpPr>
          <p:cNvPr id="48" name="Text Placeholder 47">
            <a:extLst>
              <a:ext uri="{FF2B5EF4-FFF2-40B4-BE49-F238E27FC236}">
                <a16:creationId xmlns:a16="http://schemas.microsoft.com/office/drawing/2014/main" id="{60B1FD8E-3FCB-5646-B11E-31BA1EAC0379}"/>
              </a:ext>
            </a:extLst>
          </p:cNvPr>
          <p:cNvSpPr>
            <a:spLocks noGrp="1"/>
          </p:cNvSpPr>
          <p:nvPr>
            <p:ph type="body" sz="quarter" idx="157"/>
          </p:nvPr>
        </p:nvSpPr>
        <p:spPr/>
        <p:txBody>
          <a:bodyPr/>
          <a:lstStyle/>
          <a:p>
            <a:r>
              <a:rPr lang="en-US" dirty="0"/>
              <a:t>Future Work</a:t>
            </a:r>
          </a:p>
        </p:txBody>
      </p:sp>
      <p:sp>
        <p:nvSpPr>
          <p:cNvPr id="49" name="Text Placeholder 48">
            <a:extLst>
              <a:ext uri="{FF2B5EF4-FFF2-40B4-BE49-F238E27FC236}">
                <a16:creationId xmlns:a16="http://schemas.microsoft.com/office/drawing/2014/main" id="{0DA515FC-E57F-5247-BBF7-F506307424E5}"/>
              </a:ext>
            </a:extLst>
          </p:cNvPr>
          <p:cNvSpPr>
            <a:spLocks noGrp="1"/>
          </p:cNvSpPr>
          <p:nvPr>
            <p:ph type="body" sz="quarter" idx="158"/>
          </p:nvPr>
        </p:nvSpPr>
        <p:spPr>
          <a:xfrm>
            <a:off x="22635766" y="20683712"/>
            <a:ext cx="6910785" cy="2289835"/>
          </a:xfrm>
        </p:spPr>
        <p:txBody>
          <a:bodyPr/>
          <a:lstStyle/>
          <a:p>
            <a:pPr marL="342900" indent="-342900">
              <a:buFont typeface="Arial" panose="020B0604020202020204" pitchFamily="34" charset="0"/>
              <a:buChar char="•"/>
            </a:pPr>
            <a:r>
              <a:rPr lang="en-US" dirty="0"/>
              <a:t>See what happens at different magnetic field configurations</a:t>
            </a:r>
          </a:p>
          <a:p>
            <a:pPr marL="342900" indent="-342900">
              <a:buFont typeface="Arial" panose="020B0604020202020204" pitchFamily="34" charset="0"/>
              <a:buChar char="•"/>
            </a:pPr>
            <a:r>
              <a:rPr lang="en-US" dirty="0"/>
              <a:t>Developing a machine learning framework to predict </a:t>
            </a:r>
            <a:r>
              <a:rPr lang="en-US" dirty="0" err="1"/>
              <a:t>behaviour</a:t>
            </a:r>
            <a:r>
              <a:rPr lang="en-US" dirty="0"/>
              <a:t> at higher total powers</a:t>
            </a:r>
          </a:p>
          <a:p>
            <a:pPr marL="342900" indent="-342900">
              <a:buFont typeface="Arial" panose="020B0604020202020204" pitchFamily="34" charset="0"/>
              <a:buChar char="•"/>
            </a:pPr>
            <a:r>
              <a:rPr lang="en-US" dirty="0"/>
              <a:t>Spectral temperature at higher powers?</a:t>
            </a:r>
          </a:p>
        </p:txBody>
      </p:sp>
      <p:sp>
        <p:nvSpPr>
          <p:cNvPr id="2" name="Title 1">
            <a:extLst>
              <a:ext uri="{FF2B5EF4-FFF2-40B4-BE49-F238E27FC236}">
                <a16:creationId xmlns:a16="http://schemas.microsoft.com/office/drawing/2014/main" id="{3314A58E-B95B-3748-BC1F-E1E8CF6481D8}"/>
              </a:ext>
            </a:extLst>
          </p:cNvPr>
          <p:cNvSpPr>
            <a:spLocks noGrp="1"/>
          </p:cNvSpPr>
          <p:nvPr>
            <p:ph type="title"/>
          </p:nvPr>
        </p:nvSpPr>
        <p:spPr/>
        <p:txBody>
          <a:bodyPr/>
          <a:lstStyle/>
          <a:p>
            <a:r>
              <a:rPr lang="en-US" dirty="0"/>
              <a:t>Two-Frequency Heating Phenomena and Spectral Temperature Measurements of Superconducting VENUS ECR Ion Source</a:t>
            </a:r>
          </a:p>
        </p:txBody>
      </p:sp>
      <p:sp>
        <p:nvSpPr>
          <p:cNvPr id="17" name="Text Placeholder 16">
            <a:extLst>
              <a:ext uri="{FF2B5EF4-FFF2-40B4-BE49-F238E27FC236}">
                <a16:creationId xmlns:a16="http://schemas.microsoft.com/office/drawing/2014/main" id="{C411D744-5B45-8344-BA8E-0728EC5FA6B8}"/>
              </a:ext>
            </a:extLst>
          </p:cNvPr>
          <p:cNvSpPr>
            <a:spLocks noGrp="1"/>
          </p:cNvSpPr>
          <p:nvPr>
            <p:ph type="body" sz="quarter" idx="150"/>
          </p:nvPr>
        </p:nvSpPr>
        <p:spPr/>
        <p:txBody>
          <a:bodyPr/>
          <a:lstStyle/>
          <a:p>
            <a:r>
              <a:rPr lang="en-US" dirty="0"/>
              <a:t>N. Intwala, J. Benitez, M. Chen, B. Peri, T. Thuillier, D. Todd</a:t>
            </a:r>
          </a:p>
          <a:p>
            <a:endParaRPr lang="en-US" dirty="0"/>
          </a:p>
        </p:txBody>
      </p:sp>
      <p:sp>
        <p:nvSpPr>
          <p:cNvPr id="18" name="Text Placeholder 17">
            <a:extLst>
              <a:ext uri="{FF2B5EF4-FFF2-40B4-BE49-F238E27FC236}">
                <a16:creationId xmlns:a16="http://schemas.microsoft.com/office/drawing/2014/main" id="{3E323885-677D-414B-B454-D8F46AEEA878}"/>
              </a:ext>
            </a:extLst>
          </p:cNvPr>
          <p:cNvSpPr>
            <a:spLocks noGrp="1"/>
          </p:cNvSpPr>
          <p:nvPr>
            <p:ph type="body" sz="quarter" idx="151"/>
          </p:nvPr>
        </p:nvSpPr>
        <p:spPr/>
        <p:txBody>
          <a:bodyPr/>
          <a:lstStyle/>
          <a:p>
            <a:r>
              <a:rPr lang="en-US" dirty="0"/>
              <a:t>Lawrence Berkeley National Laboratory</a:t>
            </a:r>
          </a:p>
          <a:p>
            <a:endParaRPr lang="en-US" dirty="0"/>
          </a:p>
        </p:txBody>
      </p:sp>
      <p:pic>
        <p:nvPicPr>
          <p:cNvPr id="31" name="Picture 30">
            <a:extLst>
              <a:ext uri="{FF2B5EF4-FFF2-40B4-BE49-F238E27FC236}">
                <a16:creationId xmlns:a16="http://schemas.microsoft.com/office/drawing/2014/main" id="{AA982A5A-C8D3-B85B-394E-32D920AE5512}"/>
              </a:ext>
            </a:extLst>
          </p:cNvPr>
          <p:cNvPicPr>
            <a:picLocks noChangeAspect="1"/>
          </p:cNvPicPr>
          <p:nvPr/>
        </p:nvPicPr>
        <p:blipFill>
          <a:blip r:embed="rId6"/>
          <a:srcRect l="8280" t="35848" r="5370" b="44216"/>
          <a:stretch>
            <a:fillRect/>
          </a:stretch>
        </p:blipFill>
        <p:spPr>
          <a:xfrm>
            <a:off x="9235440" y="15910560"/>
            <a:ext cx="11612880" cy="2011680"/>
          </a:xfrm>
          <a:prstGeom prst="rect">
            <a:avLst/>
          </a:prstGeom>
        </p:spPr>
      </p:pic>
      <p:sp>
        <p:nvSpPr>
          <p:cNvPr id="33" name="Text Placeholder 6">
            <a:extLst>
              <a:ext uri="{FF2B5EF4-FFF2-40B4-BE49-F238E27FC236}">
                <a16:creationId xmlns:a16="http://schemas.microsoft.com/office/drawing/2014/main" id="{60D9865C-7E24-B4A2-AB6F-F285BAD1B658}"/>
              </a:ext>
            </a:extLst>
          </p:cNvPr>
          <p:cNvSpPr txBox="1">
            <a:spLocks/>
          </p:cNvSpPr>
          <p:nvPr/>
        </p:nvSpPr>
        <p:spPr>
          <a:xfrm>
            <a:off x="7968469" y="18203238"/>
            <a:ext cx="14141350" cy="1138751"/>
          </a:xfrm>
          <a:prstGeom prst="rect">
            <a:avLst/>
          </a:prstGeom>
        </p:spPr>
        <p:txBody>
          <a:bodyPr wrap="square" lIns="228589" tIns="228589" rIns="228589" bIns="228589">
            <a:spAutoFit/>
          </a:bodyPr>
          <a:lstStyle>
            <a:lvl1pPr marL="314321" indent="-314321" algn="l" defTabSz="4022342" rtl="0" eaLnBrk="0" fontAlgn="base" hangingPunct="0">
              <a:spcBef>
                <a:spcPct val="20000"/>
              </a:spcBef>
              <a:spcAft>
                <a:spcPct val="0"/>
              </a:spcAft>
              <a:buFont typeface="Arial" charset="0"/>
              <a:buNone/>
              <a:defRPr sz="2200" kern="1200">
                <a:solidFill>
                  <a:srgbClr val="00313C"/>
                </a:solidFill>
                <a:latin typeface="+mn-lt"/>
                <a:ea typeface="ＭＳ Ｐゴシック" charset="-128"/>
                <a:cs typeface="ＭＳ Ｐゴシック" charset="-128"/>
              </a:defRPr>
            </a:lvl1pPr>
            <a:lvl2pPr marL="1362056" indent="-523867" algn="l" defTabSz="4022342" rtl="0" eaLnBrk="0" fontAlgn="base" hangingPunct="0">
              <a:spcBef>
                <a:spcPct val="20000"/>
              </a:spcBef>
              <a:spcAft>
                <a:spcPct val="0"/>
              </a:spcAft>
              <a:buFont typeface="Arial" charset="0"/>
              <a:buChar char="–"/>
              <a:defRPr sz="2292" kern="1200">
                <a:solidFill>
                  <a:schemeClr val="tx1"/>
                </a:solidFill>
                <a:latin typeface="Trebuchet MS" pitchFamily="34" charset="0"/>
                <a:ea typeface="ＭＳ Ｐゴシック" charset="-128"/>
                <a:cs typeface="+mn-cs"/>
              </a:defRPr>
            </a:lvl2pPr>
            <a:lvl3pPr marL="1885924" indent="-523867" algn="l" defTabSz="4022342" rtl="0" eaLnBrk="0" fontAlgn="base" hangingPunct="0">
              <a:spcBef>
                <a:spcPct val="20000"/>
              </a:spcBef>
              <a:spcAft>
                <a:spcPct val="0"/>
              </a:spcAft>
              <a:buFont typeface="Arial" charset="0"/>
              <a:buChar char="•"/>
              <a:defRPr sz="2292" kern="1200">
                <a:solidFill>
                  <a:schemeClr val="tx1"/>
                </a:solidFill>
                <a:latin typeface="Trebuchet MS" pitchFamily="34" charset="0"/>
                <a:ea typeface="ＭＳ Ｐゴシック" charset="-128"/>
                <a:cs typeface="+mn-cs"/>
              </a:defRPr>
            </a:lvl3pPr>
            <a:lvl4pPr marL="2462179" indent="-576255" algn="l" defTabSz="4022342" rtl="0" eaLnBrk="0" fontAlgn="base" hangingPunct="0">
              <a:spcBef>
                <a:spcPct val="20000"/>
              </a:spcBef>
              <a:spcAft>
                <a:spcPct val="0"/>
              </a:spcAft>
              <a:buFont typeface="Arial" charset="0"/>
              <a:buChar char="–"/>
              <a:defRPr sz="2292" kern="1200">
                <a:solidFill>
                  <a:schemeClr val="tx1"/>
                </a:solidFill>
                <a:latin typeface="Trebuchet MS" pitchFamily="34" charset="0"/>
                <a:ea typeface="ＭＳ Ｐゴシック" charset="-128"/>
                <a:cs typeface="+mn-cs"/>
              </a:defRPr>
            </a:lvl4pPr>
            <a:lvl5pPr marL="2881273" indent="-419094" algn="l" defTabSz="4022342" rtl="0" eaLnBrk="0" fontAlgn="base" hangingPunct="0">
              <a:spcBef>
                <a:spcPct val="20000"/>
              </a:spcBef>
              <a:spcAft>
                <a:spcPct val="0"/>
              </a:spcAft>
              <a:buFont typeface="Arial" charset="0"/>
              <a:buChar char="»"/>
              <a:defRPr sz="2292" kern="1200">
                <a:solidFill>
                  <a:schemeClr val="tx1"/>
                </a:solidFill>
                <a:latin typeface="Trebuchet MS" pitchFamily="34" charset="0"/>
                <a:ea typeface="ＭＳ Ｐゴシック" charset="-128"/>
                <a:cs typeface="+mn-cs"/>
              </a:defRPr>
            </a:lvl5pPr>
            <a:lvl6pPr marL="11064090"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6pPr>
            <a:lvl7pPr marL="13075741"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7pPr>
            <a:lvl8pPr marL="15087394"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8pPr>
            <a:lvl9pPr marL="17099047" indent="-1005827" algn="l" defTabSz="4023305" rtl="0" eaLnBrk="1" latinLnBrk="0" hangingPunct="1">
              <a:spcBef>
                <a:spcPct val="20000"/>
              </a:spcBef>
              <a:buFont typeface="Arial" pitchFamily="34" charset="0"/>
              <a:buChar char="•"/>
              <a:defRPr sz="8800" kern="1200">
                <a:solidFill>
                  <a:schemeClr val="tx1"/>
                </a:solidFill>
                <a:latin typeface="+mn-lt"/>
                <a:ea typeface="+mn-ea"/>
                <a:cs typeface="+mn-cs"/>
              </a:defRPr>
            </a:lvl9pPr>
          </a:lstStyle>
          <a:p>
            <a:pPr algn="ctr"/>
            <a:r>
              <a:rPr lang="en-US" dirty="0"/>
              <a:t>Figure 2: An adjustable collimator alignment arm, used to align and fix both collimators in place with the center of the beamline. </a:t>
            </a:r>
          </a:p>
        </p:txBody>
      </p:sp>
      <p:pic>
        <p:nvPicPr>
          <p:cNvPr id="37" name="Picture 36">
            <a:extLst>
              <a:ext uri="{FF2B5EF4-FFF2-40B4-BE49-F238E27FC236}">
                <a16:creationId xmlns:a16="http://schemas.microsoft.com/office/drawing/2014/main" id="{EDC61ACC-7B33-6BC7-5F48-008C9F7661C7}"/>
              </a:ext>
            </a:extLst>
          </p:cNvPr>
          <p:cNvPicPr>
            <a:picLocks noChangeAspect="1"/>
          </p:cNvPicPr>
          <p:nvPr/>
        </p:nvPicPr>
        <p:blipFill>
          <a:blip r:embed="rId7"/>
          <a:srcRect l="50000" t="6282"/>
          <a:stretch>
            <a:fillRect/>
          </a:stretch>
        </p:blipFill>
        <p:spPr>
          <a:xfrm>
            <a:off x="811526" y="32562800"/>
            <a:ext cx="6499897" cy="6302049"/>
          </a:xfrm>
          <a:prstGeom prst="rect">
            <a:avLst/>
          </a:prstGeom>
        </p:spPr>
      </p:pic>
      <p:graphicFrame>
        <p:nvGraphicFramePr>
          <p:cNvPr id="38" name="Chart 37">
            <a:extLst>
              <a:ext uri="{FF2B5EF4-FFF2-40B4-BE49-F238E27FC236}">
                <a16:creationId xmlns:a16="http://schemas.microsoft.com/office/drawing/2014/main" id="{555DED72-FC92-FB59-DC81-862CC08C2892}"/>
              </a:ext>
            </a:extLst>
          </p:cNvPr>
          <p:cNvGraphicFramePr>
            <a:graphicFrameLocks/>
          </p:cNvGraphicFramePr>
          <p:nvPr>
            <p:extLst>
              <p:ext uri="{D42A27DB-BD31-4B8C-83A1-F6EECF244321}">
                <p14:modId xmlns:p14="http://schemas.microsoft.com/office/powerpoint/2010/main" val="1123972034"/>
              </p:ext>
            </p:extLst>
          </p:nvPr>
        </p:nvGraphicFramePr>
        <p:xfrm>
          <a:off x="16477667" y="36019998"/>
          <a:ext cx="5343155" cy="3048000"/>
        </p:xfrm>
        <a:graphic>
          <a:graphicData uri="http://schemas.openxmlformats.org/drawingml/2006/chart">
            <c:chart xmlns:c="http://schemas.openxmlformats.org/drawingml/2006/chart" xmlns:r="http://schemas.openxmlformats.org/officeDocument/2006/relationships" r:id="rId8"/>
          </a:graphicData>
        </a:graphic>
      </p:graphicFrame>
    </p:spTree>
  </p:cSld>
  <p:clrMapOvr>
    <a:masterClrMapping/>
  </p:clrMapOvr>
</p:sld>
</file>

<file path=ppt/theme/theme1.xml><?xml version="1.0" encoding="utf-8"?>
<a:theme xmlns:a="http://schemas.openxmlformats.org/drawingml/2006/main" name="LBNL 4-Column Teal V Poster ">
  <a:themeElements>
    <a:clrScheme name="2020 LBNL Color Theme">
      <a:dk1>
        <a:srgbClr val="00303C"/>
      </a:dk1>
      <a:lt1>
        <a:srgbClr val="FFFFFF"/>
      </a:lt1>
      <a:dk2>
        <a:srgbClr val="00303B"/>
      </a:dk2>
      <a:lt2>
        <a:srgbClr val="B1B3B3"/>
      </a:lt2>
      <a:accent1>
        <a:srgbClr val="007681"/>
      </a:accent1>
      <a:accent2>
        <a:srgbClr val="4198B5"/>
      </a:accent2>
      <a:accent3>
        <a:srgbClr val="D57800"/>
      </a:accent3>
      <a:accent4>
        <a:srgbClr val="74AA50"/>
      </a:accent4>
      <a:accent5>
        <a:srgbClr val="EAAA00"/>
      </a:accent5>
      <a:accent6>
        <a:srgbClr val="E04E38"/>
      </a:accent6>
      <a:hlink>
        <a:srgbClr val="0055D1"/>
      </a:hlink>
      <a:folHlink>
        <a:srgbClr val="66339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lIns="182880" tIns="228600" rIns="182880" bIns="228600" rtlCol="0">
        <a:spAutoFit/>
      </a:bodyPr>
      <a:lstStyle>
        <a:defPPr>
          <a:spcBef>
            <a:spcPts val="576"/>
          </a:spcBef>
          <a:defRPr sz="2400" dirty="0" smtClean="0"/>
        </a:defPPr>
      </a:lstStyle>
    </a:txDef>
  </a:objectDefaults>
  <a:extraClrSchemeLst/>
  <a:extLst>
    <a:ext uri="{05A4C25C-085E-4340-85A3-A5531E510DB2}">
      <thm15:themeFamily xmlns:thm15="http://schemas.microsoft.com/office/thememl/2012/main" name="LBNL_Poster_V_36x48_Template_teal" id="{FFF0BDD7-FB00-8C43-99AD-D9EA3CCE18E3}" vid="{B336E2C7-40DC-C847-A14C-1B089C6E5D53}"/>
    </a:ext>
  </a:extLst>
</a:theme>
</file>

<file path=ppt/theme/theme2.xml><?xml version="1.0" encoding="utf-8"?>
<a:theme xmlns:a="http://schemas.openxmlformats.org/drawingml/2006/main" name="LBNL 3-Column Teal V Poster ">
  <a:themeElements>
    <a:clrScheme name="2020 LBNL Color Theme">
      <a:dk1>
        <a:srgbClr val="00303C"/>
      </a:dk1>
      <a:lt1>
        <a:srgbClr val="FFFFFF"/>
      </a:lt1>
      <a:dk2>
        <a:srgbClr val="00303B"/>
      </a:dk2>
      <a:lt2>
        <a:srgbClr val="B1B3B3"/>
      </a:lt2>
      <a:accent1>
        <a:srgbClr val="007681"/>
      </a:accent1>
      <a:accent2>
        <a:srgbClr val="4198B5"/>
      </a:accent2>
      <a:accent3>
        <a:srgbClr val="D57800"/>
      </a:accent3>
      <a:accent4>
        <a:srgbClr val="74AA50"/>
      </a:accent4>
      <a:accent5>
        <a:srgbClr val="EAAA00"/>
      </a:accent5>
      <a:accent6>
        <a:srgbClr val="E04E38"/>
      </a:accent6>
      <a:hlink>
        <a:srgbClr val="0055D1"/>
      </a:hlink>
      <a:folHlink>
        <a:srgbClr val="66339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LBNL_Poster_V_36x48_Template_teal" id="{FFF0BDD7-FB00-8C43-99AD-D9EA3CCE18E3}" vid="{CC93FB4E-1284-1941-8A0B-17259C7EB98C}"/>
    </a:ext>
  </a:extLst>
</a:theme>
</file>

<file path=ppt/theme/theme3.xml><?xml version="1.0" encoding="utf-8"?>
<a:theme xmlns:a="http://schemas.openxmlformats.org/drawingml/2006/main" name="LBNL Wide-Center Teal V Poster ">
  <a:themeElements>
    <a:clrScheme name="2020 LBNL Color Theme">
      <a:dk1>
        <a:srgbClr val="00303C"/>
      </a:dk1>
      <a:lt1>
        <a:srgbClr val="FFFFFF"/>
      </a:lt1>
      <a:dk2>
        <a:srgbClr val="00303B"/>
      </a:dk2>
      <a:lt2>
        <a:srgbClr val="B1B3B3"/>
      </a:lt2>
      <a:accent1>
        <a:srgbClr val="007681"/>
      </a:accent1>
      <a:accent2>
        <a:srgbClr val="4198B5"/>
      </a:accent2>
      <a:accent3>
        <a:srgbClr val="D57800"/>
      </a:accent3>
      <a:accent4>
        <a:srgbClr val="74AA50"/>
      </a:accent4>
      <a:accent5>
        <a:srgbClr val="EAAA00"/>
      </a:accent5>
      <a:accent6>
        <a:srgbClr val="E04E38"/>
      </a:accent6>
      <a:hlink>
        <a:srgbClr val="0055D1"/>
      </a:hlink>
      <a:folHlink>
        <a:srgbClr val="66339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LBNL_Poster_V_36x48_Template_teal" id="{FFF0BDD7-FB00-8C43-99AD-D9EA3CCE18E3}" vid="{D8189515-1EFB-BB41-B69D-227CB646ED30}"/>
    </a:ext>
  </a:extLst>
</a:theme>
</file>

<file path=ppt/theme/theme4.xml><?xml version="1.0" encoding="utf-8"?>
<a:theme xmlns:a="http://schemas.openxmlformats.org/drawingml/2006/main" name="LBNL Right-Highlight Teal V Poster">
  <a:themeElements>
    <a:clrScheme name="2020 LBNL Color Theme">
      <a:dk1>
        <a:srgbClr val="00303C"/>
      </a:dk1>
      <a:lt1>
        <a:srgbClr val="FFFFFF"/>
      </a:lt1>
      <a:dk2>
        <a:srgbClr val="00303B"/>
      </a:dk2>
      <a:lt2>
        <a:srgbClr val="B1B3B3"/>
      </a:lt2>
      <a:accent1>
        <a:srgbClr val="007681"/>
      </a:accent1>
      <a:accent2>
        <a:srgbClr val="4198B5"/>
      </a:accent2>
      <a:accent3>
        <a:srgbClr val="D57800"/>
      </a:accent3>
      <a:accent4>
        <a:srgbClr val="74AA50"/>
      </a:accent4>
      <a:accent5>
        <a:srgbClr val="EAAA00"/>
      </a:accent5>
      <a:accent6>
        <a:srgbClr val="E04E38"/>
      </a:accent6>
      <a:hlink>
        <a:srgbClr val="0055D1"/>
      </a:hlink>
      <a:folHlink>
        <a:srgbClr val="66339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bodyPr wrap="square" lIns="228589" tIns="228589" rIns="228589" bIns="228589">
        <a:spAutoFit/>
      </a:bodyPr>
      <a:lstStyle>
        <a:defPPr marL="342883" marR="0" indent="-342883" algn="l" defTabSz="4388900" rtl="0" eaLnBrk="1" fontAlgn="auto" latinLnBrk="0" hangingPunct="1">
          <a:lnSpc>
            <a:spcPct val="100000"/>
          </a:lnSpc>
          <a:spcBef>
            <a:spcPct val="20000"/>
          </a:spcBef>
          <a:spcAft>
            <a:spcPts val="0"/>
          </a:spcAft>
          <a:buClrTx/>
          <a:buSzTx/>
          <a:buFont typeface="Arial" pitchFamily="34" charset="0"/>
          <a:buNone/>
          <a:tabLst/>
          <a:defRPr kumimoji="0" sz="2400" b="0" i="0" u="none" strike="noStrike" kern="1200" cap="none" spc="0" normalizeH="0" baseline="0" noProof="0" smtClean="0">
            <a:ln>
              <a:noFill/>
            </a:ln>
            <a:solidFill>
              <a:schemeClr val="tx1"/>
            </a:solidFill>
            <a:effectLst/>
            <a:uLnTx/>
            <a:uFillTx/>
            <a:latin typeface="+mn-lt"/>
            <a:ea typeface="+mn-ea"/>
            <a:cs typeface="+mn-cs"/>
          </a:defRPr>
        </a:defPPr>
      </a:lstStyle>
    </a:txDef>
  </a:objectDefaults>
  <a:extraClrSchemeLst/>
  <a:extLst>
    <a:ext uri="{05A4C25C-085E-4340-85A3-A5531E510DB2}">
      <thm15:themeFamily xmlns:thm15="http://schemas.microsoft.com/office/thememl/2012/main" name="LBNL_Poster_V_36x48_Template_teal" id="{FFF0BDD7-FB00-8C43-99AD-D9EA3CCE18E3}" vid="{27F82B27-DD6D-C54C-815A-B95D79D5D51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LBNL_Poster_V_36x48_Template_teal</Template>
  <TotalTime>6106</TotalTime>
  <Words>542</Words>
  <Application>Microsoft Office PowerPoint</Application>
  <PresentationFormat>Custom</PresentationFormat>
  <Paragraphs>32</Paragraphs>
  <Slides>1</Slides>
  <Notes>0</Notes>
  <HiddenSlides>0</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1</vt:i4>
      </vt:variant>
    </vt:vector>
  </HeadingPairs>
  <TitlesOfParts>
    <vt:vector size="8" baseType="lpstr">
      <vt:lpstr>Arial</vt:lpstr>
      <vt:lpstr>Calibri</vt:lpstr>
      <vt:lpstr>Trebuchet MS</vt:lpstr>
      <vt:lpstr>LBNL 4-Column Teal V Poster </vt:lpstr>
      <vt:lpstr>LBNL 3-Column Teal V Poster </vt:lpstr>
      <vt:lpstr>LBNL Wide-Center Teal V Poster </vt:lpstr>
      <vt:lpstr>LBNL Right-Highlight Teal V Poster</vt:lpstr>
      <vt:lpstr>Two-Frequency Heating Phenomena and Spectral Temperature Measurements of Superconducting VENUS ECR Ion Source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Nishi Intwala</dc:creator>
  <dc:description>This template is the property of PosterPresentations.com. Call us if you need help with this poster template._x000d_
1-866-649-3004           _x000d_
 (c)PosterPresentations.com</dc:description>
  <cp:lastModifiedBy>Nishi Intwala</cp:lastModifiedBy>
  <cp:revision>13</cp:revision>
  <dcterms:created xsi:type="dcterms:W3CDTF">2026-09-16T20:49:21Z</dcterms:created>
  <dcterms:modified xsi:type="dcterms:W3CDTF">2026-09-22T06:10:16Z</dcterms:modified>
</cp:coreProperties>
</file>
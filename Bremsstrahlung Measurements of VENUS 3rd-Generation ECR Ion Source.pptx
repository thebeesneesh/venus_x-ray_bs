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57" r:id="rId2"/>
    <p:sldMasterId id="2147483653" r:id="rId3"/>
    <p:sldMasterId id="2147483655" r:id="rId4"/>
  </p:sldMasterIdLst>
  <p:notesMasterIdLst>
    <p:notesMasterId r:id="rId9"/>
  </p:notesMasterIdLst>
  <p:handoutMasterIdLst>
    <p:handoutMasterId r:id="rId10"/>
  </p:handoutMasterIdLst>
  <p:sldIdLst>
    <p:sldId id="287" r:id="rId5"/>
    <p:sldId id="290" r:id="rId6"/>
    <p:sldId id="288" r:id="rId7"/>
    <p:sldId id="289" r:id="rId8"/>
  </p:sldIdLst>
  <p:sldSz cx="30175200" cy="43891200"/>
  <p:notesSz cx="6858000" cy="9144000"/>
  <p:defaultTextStyle>
    <a:defPPr>
      <a:defRPr lang="en-US"/>
    </a:defPPr>
    <a:lvl1pPr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2193925" indent="-1736725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4387850" indent="-3473450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6581775" indent="-5210175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8777288" indent="-6948488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8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13824" userDrawn="1">
          <p15:clr>
            <a:srgbClr val="A4A3A4"/>
          </p15:clr>
        </p15:guide>
        <p15:guide id="9" pos="9504" userDrawn="1">
          <p15:clr>
            <a:srgbClr val="A4A3A4"/>
          </p15:clr>
        </p15:guide>
        <p15:guide id="10" pos="396" userDrawn="1">
          <p15:clr>
            <a:srgbClr val="A4A3A4"/>
          </p15:clr>
        </p15:guide>
        <p15:guide id="11" pos="18612" userDrawn="1">
          <p15:clr>
            <a:srgbClr val="A4A3A4"/>
          </p15:clr>
        </p15:guide>
        <p15:guide id="12" orient="horz" pos="432" userDrawn="1">
          <p15:clr>
            <a:srgbClr val="A4A3A4"/>
          </p15:clr>
        </p15:guide>
        <p15:guide id="13" orient="horz" pos="27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3C"/>
    <a:srgbClr val="00395A"/>
    <a:srgbClr val="1D4980"/>
    <a:srgbClr val="E3E9E5"/>
    <a:srgbClr val="EAEA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/>
    <p:restoredTop sz="94694"/>
  </p:normalViewPr>
  <p:slideViewPr>
    <p:cSldViewPr snapToGrid="0" snapToObjects="1" showGuides="1">
      <p:cViewPr>
        <p:scale>
          <a:sx n="100" d="100"/>
          <a:sy n="100" d="100"/>
        </p:scale>
        <p:origin x="-4500" y="-12042"/>
      </p:cViewPr>
      <p:guideLst>
        <p:guide orient="horz" pos="13824"/>
        <p:guide pos="9504"/>
        <p:guide pos="396"/>
        <p:guide pos="18612"/>
        <p:guide orient="horz" pos="432"/>
        <p:guide orient="horz" pos="27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7" d="100"/>
          <a:sy n="127" d="100"/>
        </p:scale>
        <p:origin x="3464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90439632545932"/>
          <c:y val="6.5289442986293383E-2"/>
          <c:w val="0.67329068241469892"/>
          <c:h val="0.73444808982210552"/>
        </c:manualLayout>
      </c:layout>
      <c:scatterChart>
        <c:scatterStyle val="lineMarker"/>
        <c:varyColors val="0"/>
        <c:ser>
          <c:idx val="0"/>
          <c:order val="0"/>
          <c:tx>
            <c:v>1850W</c:v>
          </c:tx>
          <c:spPr>
            <a:ln w="6350">
              <a:solidFill>
                <a:schemeClr val="accent2">
                  <a:lumMod val="40000"/>
                  <a:lumOff val="6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2">
                  <a:lumMod val="40000"/>
                  <a:lumOff val="60000"/>
                </a:schemeClr>
              </a:solidFill>
              <a:ln w="6350">
                <a:solidFill>
                  <a:schemeClr val="accent2">
                    <a:lumMod val="40000"/>
                    <a:lumOff val="60000"/>
                  </a:schemeClr>
                </a:solidFill>
              </a:ln>
            </c:spPr>
          </c:marker>
          <c:xVal>
            <c:numRef>
              <c:f>'C:\Users\intwa\Downloads\[microwaveLeakageTest5.xlsx]Sheet2'!$B$51:$B$54</c:f>
              <c:numCache>
                <c:formatCode>General</c:formatCode>
                <c:ptCount val="4"/>
                <c:pt idx="0">
                  <c:v>11.333333333333334</c:v>
                </c:pt>
                <c:pt idx="1">
                  <c:v>6.4</c:v>
                </c:pt>
                <c:pt idx="2">
                  <c:v>8.2249999999999996</c:v>
                </c:pt>
                <c:pt idx="3">
                  <c:v>5.166666666666667</c:v>
                </c:pt>
              </c:numCache>
            </c:numRef>
          </c:xVal>
          <c:yVal>
            <c:numRef>
              <c:f>'C:\Users\intwa\Downloads\[microwaveLeakageTest5.xlsx]Sheet2'!$E$51:$E$54</c:f>
              <c:numCache>
                <c:formatCode>General</c:formatCode>
                <c:ptCount val="4"/>
                <c:pt idx="0">
                  <c:v>1320</c:v>
                </c:pt>
                <c:pt idx="1">
                  <c:v>1345</c:v>
                </c:pt>
                <c:pt idx="2">
                  <c:v>1327</c:v>
                </c:pt>
                <c:pt idx="3">
                  <c:v>1327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512-4F8C-BDDB-7AF32B0C53BB}"/>
            </c:ext>
          </c:extLst>
        </c:ser>
        <c:ser>
          <c:idx val="1"/>
          <c:order val="1"/>
          <c:tx>
            <c:v>640W</c:v>
          </c:tx>
          <c:spPr>
            <a:ln w="6350">
              <a:solidFill>
                <a:schemeClr val="accent2"/>
              </a:solidFill>
            </a:ln>
          </c:spPr>
          <c:marker>
            <c:symbol val="circle"/>
            <c:size val="7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xVal>
            <c:numRef>
              <c:f>'C:\Users\intwa\Downloads\[microwaveLeakageTest5.xlsx]Sheet2'!$B$55:$B$58</c:f>
              <c:numCache>
                <c:formatCode>General</c:formatCode>
                <c:ptCount val="4"/>
                <c:pt idx="0">
                  <c:v>2.2000000000000002</c:v>
                </c:pt>
                <c:pt idx="1">
                  <c:v>1.9090909090909092</c:v>
                </c:pt>
                <c:pt idx="2">
                  <c:v>2.5555555555555554</c:v>
                </c:pt>
                <c:pt idx="3">
                  <c:v>2.657142857142857</c:v>
                </c:pt>
              </c:numCache>
            </c:numRef>
          </c:xVal>
          <c:yVal>
            <c:numRef>
              <c:f>'C:\Users\intwa\Downloads\[microwaveLeakageTest5.xlsx]Sheet2'!$E$55:$E$58</c:f>
              <c:numCache>
                <c:formatCode>General</c:formatCode>
                <c:ptCount val="4"/>
                <c:pt idx="0">
                  <c:v>600</c:v>
                </c:pt>
                <c:pt idx="1">
                  <c:v>590</c:v>
                </c:pt>
                <c:pt idx="2">
                  <c:v>590</c:v>
                </c:pt>
                <c:pt idx="3">
                  <c:v>590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512-4F8C-BDDB-7AF32B0C53BB}"/>
            </c:ext>
          </c:extLst>
        </c:ser>
        <c:ser>
          <c:idx val="2"/>
          <c:order val="2"/>
          <c:tx>
            <c:v>1152W</c:v>
          </c:tx>
          <c:spPr>
            <a:ln w="6350">
              <a:solidFill>
                <a:schemeClr val="accent2">
                  <a:lumMod val="60000"/>
                  <a:lumOff val="40000"/>
                </a:schemeClr>
              </a:solidFill>
            </a:ln>
          </c:spPr>
          <c:marker>
            <c:symbol val="circle"/>
            <c:size val="7"/>
            <c:spPr>
              <a:solidFill>
                <a:srgbClr val="EE2E57"/>
              </a:solidFill>
              <a:ln w="6350">
                <a:solidFill>
                  <a:srgbClr val="EE2E57"/>
                </a:solidFill>
              </a:ln>
            </c:spPr>
          </c:marker>
          <c:xVal>
            <c:numRef>
              <c:f>'C:\Users\intwa\Downloads\[microwaveLeakageTest5.xlsx]Sheet2'!$B$59:$B$62</c:f>
              <c:numCache>
                <c:formatCode>General</c:formatCode>
                <c:ptCount val="4"/>
                <c:pt idx="0">
                  <c:v>2.2000000000000002</c:v>
                </c:pt>
                <c:pt idx="1">
                  <c:v>2.84</c:v>
                </c:pt>
                <c:pt idx="2">
                  <c:v>4.7029702970297027</c:v>
                </c:pt>
                <c:pt idx="3">
                  <c:v>6.5789473684210522</c:v>
                </c:pt>
              </c:numCache>
            </c:numRef>
          </c:xVal>
          <c:yVal>
            <c:numRef>
              <c:f>'C:\Users\intwa\Downloads\[microwaveLeakageTest5.xlsx]Sheet2'!$E$59:$E$62</c:f>
              <c:numCache>
                <c:formatCode>General</c:formatCode>
                <c:ptCount val="4"/>
                <c:pt idx="0">
                  <c:v>1020</c:v>
                </c:pt>
                <c:pt idx="1">
                  <c:v>1015</c:v>
                </c:pt>
                <c:pt idx="2">
                  <c:v>1015</c:v>
                </c:pt>
                <c:pt idx="3">
                  <c:v>1013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512-4F8C-BDDB-7AF32B0C53BB}"/>
            </c:ext>
          </c:extLst>
        </c:ser>
        <c:ser>
          <c:idx val="3"/>
          <c:order val="3"/>
          <c:tx>
            <c:v>1350W</c:v>
          </c:tx>
          <c:spPr>
            <a:ln w="6350">
              <a:solidFill>
                <a:srgbClr val="C0504D">
                  <a:lumMod val="75000"/>
                </a:srgbClr>
              </a:solidFill>
            </a:ln>
          </c:spPr>
          <c:marker>
            <c:symbol val="circle"/>
            <c:size val="7"/>
            <c:spPr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c:spPr>
          </c:marker>
          <c:xVal>
            <c:numRef>
              <c:f>'C:\Users\intwa\Downloads\[microwaveLeakageTest5.xlsx]Sheet2'!$B$63:$B$65</c:f>
              <c:numCache>
                <c:formatCode>General</c:formatCode>
                <c:ptCount val="3"/>
                <c:pt idx="0">
                  <c:v>8</c:v>
                </c:pt>
                <c:pt idx="1">
                  <c:v>12.5</c:v>
                </c:pt>
                <c:pt idx="2">
                  <c:v>2.8571428571428572</c:v>
                </c:pt>
              </c:numCache>
            </c:numRef>
          </c:xVal>
          <c:yVal>
            <c:numRef>
              <c:f>'C:\Users\intwa\Downloads\[microwaveLeakageTest5.xlsx]Sheet2'!$E$63:$E$65</c:f>
              <c:numCache>
                <c:formatCode>General</c:formatCode>
                <c:ptCount val="3"/>
                <c:pt idx="0">
                  <c:v>1100</c:v>
                </c:pt>
                <c:pt idx="1">
                  <c:v>1093</c:v>
                </c:pt>
                <c:pt idx="2">
                  <c:v>1106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512-4F8C-BDDB-7AF32B0C5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700608"/>
        <c:axId val="89715456"/>
      </c:scatterChart>
      <c:valAx>
        <c:axId val="8970060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28/18 Power Ratio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89715456"/>
        <c:crosses val="autoZero"/>
        <c:crossBetween val="midCat"/>
      </c:valAx>
      <c:valAx>
        <c:axId val="897154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O6+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89700608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spPr>
    <a:ln w="34925">
      <a:solidFill>
        <a:schemeClr val="accent2"/>
      </a:solidFill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F1117959-E873-E046-B0CC-5CAA5B9C11E0}" type="datetime1">
              <a:rPr lang="en-US"/>
              <a:pPr>
                <a:defRPr/>
              </a:pPr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5B2B9BF9-B4C6-AF47-9CDA-28FAE34CE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09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DB5EF99E-7930-7944-985C-C1193D10D0E1}" type="datetime1">
              <a:rPr lang="en-US"/>
              <a:pPr>
                <a:defRPr/>
              </a:pPr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9488" y="685800"/>
            <a:ext cx="23590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A8636910-0990-344C-ABD4-511097861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277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2193925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4387850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6581775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8777288" algn="l" defTabSz="4387850" rtl="0" eaLnBrk="0" fontAlgn="base" hangingPunct="0">
      <a:spcBef>
        <a:spcPct val="30000"/>
      </a:spcBef>
      <a:spcAft>
        <a:spcPct val="0"/>
      </a:spcAft>
      <a:defRPr sz="58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109722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131667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7555603" algn="l" defTabSz="4388900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NL 4-Column Teal V Pos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1629" y="9193317"/>
            <a:ext cx="6914059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4110" y="8029390"/>
            <a:ext cx="6908601" cy="891334"/>
          </a:xfrm>
          <a:prstGeom prst="rect">
            <a:avLst/>
          </a:prstGeom>
          <a:solidFill>
            <a:schemeClr val="accent1"/>
          </a:solidFill>
        </p:spPr>
        <p:txBody>
          <a:bodyPr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634108" y="20104470"/>
            <a:ext cx="6909693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7966176" y="9193317"/>
            <a:ext cx="6908601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7966177" y="8029390"/>
            <a:ext cx="6908601" cy="891334"/>
          </a:xfrm>
          <a:prstGeom prst="rect">
            <a:avLst/>
          </a:prstGeom>
          <a:solidFill>
            <a:schemeClr val="accent1"/>
          </a:solidFill>
        </p:spPr>
        <p:txBody>
          <a:bodyPr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15302608" y="9193317"/>
            <a:ext cx="6908601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15297150" y="8029390"/>
            <a:ext cx="6915150" cy="891334"/>
          </a:xfrm>
          <a:prstGeom prst="rect">
            <a:avLst/>
          </a:prstGeom>
          <a:solidFill>
            <a:schemeClr val="accent1"/>
          </a:solidFill>
        </p:spPr>
        <p:txBody>
          <a:bodyPr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22635765" y="8029390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22635765" y="9193317"/>
            <a:ext cx="690732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2631853" y="20104470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22637497" y="21268894"/>
            <a:ext cx="6853206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22635765" y="34419348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22632306" y="35603780"/>
            <a:ext cx="691078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/>
          </p:nvPr>
        </p:nvSpPr>
        <p:spPr>
          <a:xfrm>
            <a:off x="621629" y="21268894"/>
            <a:ext cx="6914059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0" indent="0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13"/>
          <p:cNvSpPr>
            <a:spLocks noGrp="1"/>
          </p:cNvSpPr>
          <p:nvPr>
            <p:ph type="pic" sz="quarter" idx="152"/>
          </p:nvPr>
        </p:nvSpPr>
        <p:spPr>
          <a:xfrm>
            <a:off x="24724382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Picture Placeholder 13"/>
          <p:cNvSpPr>
            <a:spLocks noGrp="1"/>
          </p:cNvSpPr>
          <p:nvPr>
            <p:ph type="pic" sz="quarter" idx="153"/>
          </p:nvPr>
        </p:nvSpPr>
        <p:spPr>
          <a:xfrm>
            <a:off x="8405676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154"/>
          </p:nvPr>
        </p:nvSpPr>
        <p:spPr>
          <a:xfrm>
            <a:off x="2966107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Picture Placeholder 13"/>
          <p:cNvSpPr>
            <a:spLocks noGrp="1"/>
          </p:cNvSpPr>
          <p:nvPr>
            <p:ph type="pic" sz="quarter" idx="155"/>
          </p:nvPr>
        </p:nvSpPr>
        <p:spPr>
          <a:xfrm>
            <a:off x="19284813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8" name="Picture Placeholder 13"/>
          <p:cNvSpPr>
            <a:spLocks noGrp="1"/>
          </p:cNvSpPr>
          <p:nvPr>
            <p:ph type="pic" sz="quarter" idx="156"/>
          </p:nvPr>
        </p:nvSpPr>
        <p:spPr>
          <a:xfrm>
            <a:off x="13845244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1" name="Picture 7" descr="DOE_Office_Science_white.png">
            <a:extLst>
              <a:ext uri="{FF2B5EF4-FFF2-40B4-BE49-F238E27FC236}">
                <a16:creationId xmlns:a16="http://schemas.microsoft.com/office/drawing/2014/main" id="{90B4B1B6-EE0A-2B4A-939F-B9E481B3B6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6"/>
          <a:stretch>
            <a:fillRect/>
          </a:stretch>
        </p:blipFill>
        <p:spPr bwMode="auto">
          <a:xfrm>
            <a:off x="634108" y="4748670"/>
            <a:ext cx="3684588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FDCE58A1-DE8F-134A-A29F-4E8D963BE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10" y="766763"/>
            <a:ext cx="24851952" cy="19304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 algn="l">
              <a:defRPr sz="5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5C9B36EC-11F0-304E-B3D2-44C2660AC7F7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710511" y="4454845"/>
            <a:ext cx="24851950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33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26463ECE-D6F7-A045-8217-6E811C58AF1D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>
          <a:xfrm>
            <a:off x="4710510" y="2747965"/>
            <a:ext cx="24851951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4400">
                <a:solidFill>
                  <a:schemeClr val="bg1"/>
                </a:solidFill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152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BNL 3-Column Teal V Pos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1628" y="9203268"/>
            <a:ext cx="9344003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4107" y="8028408"/>
            <a:ext cx="93315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634108" y="24430406"/>
            <a:ext cx="9345094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647680" y="23170778"/>
            <a:ext cx="9331524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0418565" y="28870984"/>
            <a:ext cx="933043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418565" y="27611356"/>
            <a:ext cx="933043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10424023" y="9235352"/>
            <a:ext cx="933043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10418566" y="8028408"/>
            <a:ext cx="9335889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20209572" y="8028408"/>
            <a:ext cx="933352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20209572" y="9235352"/>
            <a:ext cx="933352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0209572" y="23127967"/>
            <a:ext cx="933352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20206113" y="24387596"/>
            <a:ext cx="933698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20209572" y="34419348"/>
            <a:ext cx="933352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20209573" y="35631939"/>
            <a:ext cx="933698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Picture Placeholder 13"/>
          <p:cNvSpPr>
            <a:spLocks noGrp="1"/>
          </p:cNvSpPr>
          <p:nvPr>
            <p:ph type="pic" sz="quarter" idx="152"/>
          </p:nvPr>
        </p:nvSpPr>
        <p:spPr>
          <a:xfrm>
            <a:off x="24724382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4" name="Picture Placeholder 13"/>
          <p:cNvSpPr>
            <a:spLocks noGrp="1"/>
          </p:cNvSpPr>
          <p:nvPr>
            <p:ph type="pic" sz="quarter" idx="153"/>
          </p:nvPr>
        </p:nvSpPr>
        <p:spPr>
          <a:xfrm>
            <a:off x="8405676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5" name="Picture Placeholder 13"/>
          <p:cNvSpPr>
            <a:spLocks noGrp="1"/>
          </p:cNvSpPr>
          <p:nvPr>
            <p:ph type="pic" sz="quarter" idx="154"/>
          </p:nvPr>
        </p:nvSpPr>
        <p:spPr>
          <a:xfrm>
            <a:off x="2966107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6" name="Picture Placeholder 13"/>
          <p:cNvSpPr>
            <a:spLocks noGrp="1"/>
          </p:cNvSpPr>
          <p:nvPr>
            <p:ph type="pic" sz="quarter" idx="155"/>
          </p:nvPr>
        </p:nvSpPr>
        <p:spPr>
          <a:xfrm>
            <a:off x="19284813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7" name="Picture Placeholder 13"/>
          <p:cNvSpPr>
            <a:spLocks noGrp="1"/>
          </p:cNvSpPr>
          <p:nvPr>
            <p:ph type="pic" sz="quarter" idx="156"/>
          </p:nvPr>
        </p:nvSpPr>
        <p:spPr>
          <a:xfrm>
            <a:off x="13845244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pic>
        <p:nvPicPr>
          <p:cNvPr id="31" name="Picture 7" descr="DOE_Office_Science_white.png">
            <a:extLst>
              <a:ext uri="{FF2B5EF4-FFF2-40B4-BE49-F238E27FC236}">
                <a16:creationId xmlns:a16="http://schemas.microsoft.com/office/drawing/2014/main" id="{DFAFB6A3-32EC-D74C-9D58-7324C6F3F0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6"/>
          <a:stretch>
            <a:fillRect/>
          </a:stretch>
        </p:blipFill>
        <p:spPr bwMode="auto">
          <a:xfrm>
            <a:off x="634108" y="4748670"/>
            <a:ext cx="3684588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E397F0D3-50EC-BC42-B9CE-8FA4BE1FE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10" y="766763"/>
            <a:ext cx="24851952" cy="19304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 algn="l">
              <a:defRPr sz="5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74918F64-D40D-2A46-9BA1-45CA1BB419B5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710511" y="4454845"/>
            <a:ext cx="24851950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33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A52AB8F6-55EA-0C48-8504-4F1A98386F56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>
          <a:xfrm>
            <a:off x="4710510" y="2747965"/>
            <a:ext cx="24851951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4400">
                <a:solidFill>
                  <a:schemeClr val="bg1"/>
                </a:solidFill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357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NL Wide-Center Teal V Pos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3"/>
          <p:cNvSpPr>
            <a:spLocks noGrp="1"/>
          </p:cNvSpPr>
          <p:nvPr>
            <p:ph type="pic" sz="quarter" idx="152"/>
          </p:nvPr>
        </p:nvSpPr>
        <p:spPr>
          <a:xfrm>
            <a:off x="24724382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8" name="Picture Placeholder 13"/>
          <p:cNvSpPr>
            <a:spLocks noGrp="1"/>
          </p:cNvSpPr>
          <p:nvPr>
            <p:ph type="pic" sz="quarter" idx="153"/>
          </p:nvPr>
        </p:nvSpPr>
        <p:spPr>
          <a:xfrm>
            <a:off x="8405676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Picture Placeholder 13"/>
          <p:cNvSpPr>
            <a:spLocks noGrp="1"/>
          </p:cNvSpPr>
          <p:nvPr>
            <p:ph type="pic" sz="quarter" idx="154"/>
          </p:nvPr>
        </p:nvSpPr>
        <p:spPr>
          <a:xfrm>
            <a:off x="2966107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55"/>
          </p:nvPr>
        </p:nvSpPr>
        <p:spPr>
          <a:xfrm>
            <a:off x="19284813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1" name="Picture Placeholder 13"/>
          <p:cNvSpPr>
            <a:spLocks noGrp="1"/>
          </p:cNvSpPr>
          <p:nvPr>
            <p:ph type="pic" sz="quarter" idx="156"/>
          </p:nvPr>
        </p:nvSpPr>
        <p:spPr>
          <a:xfrm>
            <a:off x="13845244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37151" y="9270396"/>
            <a:ext cx="6914059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4110" y="8033414"/>
            <a:ext cx="6908601" cy="891334"/>
          </a:xfrm>
          <a:prstGeom prst="rect">
            <a:avLst/>
          </a:prstGeom>
          <a:solidFill>
            <a:schemeClr val="accent1"/>
          </a:solidFill>
        </p:spPr>
        <p:txBody>
          <a:bodyPr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620537" y="20640400"/>
            <a:ext cx="69151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634108" y="19386724"/>
            <a:ext cx="6909693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003043" y="9270396"/>
            <a:ext cx="141413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7987520" y="8033414"/>
            <a:ext cx="14138924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8018563" y="20640400"/>
            <a:ext cx="14110306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003042" y="19386974"/>
            <a:ext cx="14141351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7987519" y="31520560"/>
            <a:ext cx="1414135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8003041" y="32803875"/>
            <a:ext cx="141413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2631853" y="8033414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22645858" y="9270396"/>
            <a:ext cx="6915244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22635765" y="31520560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22635766" y="32803875"/>
            <a:ext cx="691078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57"/>
          </p:nvPr>
        </p:nvSpPr>
        <p:spPr>
          <a:xfrm>
            <a:off x="22635765" y="19387224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158"/>
          </p:nvPr>
        </p:nvSpPr>
        <p:spPr>
          <a:xfrm>
            <a:off x="22635766" y="20683712"/>
            <a:ext cx="691078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0" name="Picture 7" descr="DOE_Office_Science_white.png">
            <a:extLst>
              <a:ext uri="{FF2B5EF4-FFF2-40B4-BE49-F238E27FC236}">
                <a16:creationId xmlns:a16="http://schemas.microsoft.com/office/drawing/2014/main" id="{673D2F0C-F6F5-6248-BDB0-9E97955C1A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6"/>
          <a:stretch>
            <a:fillRect/>
          </a:stretch>
        </p:blipFill>
        <p:spPr bwMode="auto">
          <a:xfrm>
            <a:off x="634108" y="4748670"/>
            <a:ext cx="3684588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AF769A21-1E1B-5D41-9374-BC9F764E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10" y="766763"/>
            <a:ext cx="24851952" cy="19304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 algn="l">
              <a:defRPr sz="5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Text Placeholder 76">
            <a:extLst>
              <a:ext uri="{FF2B5EF4-FFF2-40B4-BE49-F238E27FC236}">
                <a16:creationId xmlns:a16="http://schemas.microsoft.com/office/drawing/2014/main" id="{A862EA06-82BC-F041-A292-2A7AD8949C57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710511" y="4454845"/>
            <a:ext cx="24851950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33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76">
            <a:extLst>
              <a:ext uri="{FF2B5EF4-FFF2-40B4-BE49-F238E27FC236}">
                <a16:creationId xmlns:a16="http://schemas.microsoft.com/office/drawing/2014/main" id="{DEC750F6-9F0B-DD42-A794-C0A74EA3561F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>
          <a:xfrm>
            <a:off x="4710510" y="2747965"/>
            <a:ext cx="24851951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4400">
                <a:solidFill>
                  <a:schemeClr val="bg1"/>
                </a:solidFill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0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NL Right-Highlight Teal V 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21629" y="9236529"/>
            <a:ext cx="6914059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4110" y="8033413"/>
            <a:ext cx="6908601" cy="891334"/>
          </a:xfrm>
          <a:prstGeom prst="rect">
            <a:avLst/>
          </a:prstGeom>
          <a:solidFill>
            <a:schemeClr val="accent1"/>
          </a:solidFill>
        </p:spPr>
        <p:txBody>
          <a:bodyPr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620537" y="20647924"/>
            <a:ext cx="69151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634108" y="19386724"/>
            <a:ext cx="6909693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018565" y="9236529"/>
            <a:ext cx="141413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8018563" y="8033413"/>
            <a:ext cx="14141353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8018563" y="20647924"/>
            <a:ext cx="141413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018563" y="19386724"/>
            <a:ext cx="14141353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018563" y="31520560"/>
            <a:ext cx="14141350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8018563" y="32709801"/>
            <a:ext cx="14141350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2631853" y="8033413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/>
          </p:nvPr>
        </p:nvSpPr>
        <p:spPr>
          <a:xfrm>
            <a:off x="22645858" y="9236529"/>
            <a:ext cx="685053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22635765" y="31520560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22635766" y="32709801"/>
            <a:ext cx="691078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13"/>
          <p:cNvSpPr>
            <a:spLocks noGrp="1"/>
          </p:cNvSpPr>
          <p:nvPr>
            <p:ph type="pic" sz="quarter" idx="152"/>
          </p:nvPr>
        </p:nvSpPr>
        <p:spPr>
          <a:xfrm>
            <a:off x="24724382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3" name="Picture Placeholder 13"/>
          <p:cNvSpPr>
            <a:spLocks noGrp="1"/>
          </p:cNvSpPr>
          <p:nvPr>
            <p:ph type="pic" sz="quarter" idx="153"/>
          </p:nvPr>
        </p:nvSpPr>
        <p:spPr>
          <a:xfrm>
            <a:off x="8405676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4" name="Picture Placeholder 13"/>
          <p:cNvSpPr>
            <a:spLocks noGrp="1"/>
          </p:cNvSpPr>
          <p:nvPr>
            <p:ph type="pic" sz="quarter" idx="154"/>
          </p:nvPr>
        </p:nvSpPr>
        <p:spPr>
          <a:xfrm>
            <a:off x="2966107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5" name="Picture Placeholder 13"/>
          <p:cNvSpPr>
            <a:spLocks noGrp="1"/>
          </p:cNvSpPr>
          <p:nvPr>
            <p:ph type="pic" sz="quarter" idx="155"/>
          </p:nvPr>
        </p:nvSpPr>
        <p:spPr>
          <a:xfrm>
            <a:off x="19284813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156"/>
          </p:nvPr>
        </p:nvSpPr>
        <p:spPr>
          <a:xfrm>
            <a:off x="13845244" y="40360604"/>
            <a:ext cx="2200275" cy="3048000"/>
          </a:xfrm>
          <a:prstGeom prst="rect">
            <a:avLst/>
          </a:prstGeom>
          <a:noFill/>
          <a:ln>
            <a:noFill/>
          </a:ln>
          <a:effectLst/>
        </p:spPr>
        <p:txBody>
          <a:bodyPr lIns="91436" tIns="45717" rIns="91436" bIns="45717" anchor="ctr"/>
          <a:lstStyle>
            <a:lvl1pPr marL="0" indent="0" algn="ctr">
              <a:buNone/>
              <a:defRPr sz="3667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157"/>
          </p:nvPr>
        </p:nvSpPr>
        <p:spPr>
          <a:xfrm>
            <a:off x="22635765" y="19386724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algn="ctr">
              <a:buNone/>
              <a:defRPr sz="3392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3"/>
          <p:cNvSpPr>
            <a:spLocks noGrp="1"/>
          </p:cNvSpPr>
          <p:nvPr>
            <p:ph type="body" sz="quarter" idx="158"/>
          </p:nvPr>
        </p:nvSpPr>
        <p:spPr>
          <a:xfrm>
            <a:off x="22635766" y="20647924"/>
            <a:ext cx="6910785" cy="830975"/>
          </a:xfrm>
          <a:prstGeom prst="rect">
            <a:avLst/>
          </a:prstGeom>
        </p:spPr>
        <p:txBody>
          <a:bodyPr wrap="square" lIns="228589" tIns="228589" rIns="228589" bIns="228589">
            <a:spAutoFit/>
          </a:bodyPr>
          <a:lstStyle>
            <a:lvl1pPr marL="314321" indent="-314321">
              <a:buNone/>
              <a:defRPr sz="2200">
                <a:solidFill>
                  <a:srgbClr val="00313C"/>
                </a:solidFill>
                <a:latin typeface="+mn-lt"/>
              </a:defRPr>
            </a:lvl1pPr>
            <a:lvl2pPr marL="1362056" indent="-523867">
              <a:defRPr sz="2292">
                <a:latin typeface="Trebuchet MS" pitchFamily="34" charset="0"/>
              </a:defRPr>
            </a:lvl2pPr>
            <a:lvl3pPr marL="1885924" indent="-523867">
              <a:defRPr sz="2292">
                <a:latin typeface="Trebuchet MS" pitchFamily="34" charset="0"/>
              </a:defRPr>
            </a:lvl3pPr>
            <a:lvl4pPr marL="2462179" indent="-576255">
              <a:defRPr sz="2292">
                <a:latin typeface="Trebuchet MS" pitchFamily="34" charset="0"/>
              </a:defRPr>
            </a:lvl4pPr>
            <a:lvl5pPr marL="2881273" indent="-419094">
              <a:defRPr sz="2292">
                <a:latin typeface="Trebuchet MS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4" name="Picture 7" descr="DOE_Office_Science_white.png">
            <a:extLst>
              <a:ext uri="{FF2B5EF4-FFF2-40B4-BE49-F238E27FC236}">
                <a16:creationId xmlns:a16="http://schemas.microsoft.com/office/drawing/2014/main" id="{8E7CA4AE-1215-A941-94DA-37CB0B575B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6"/>
          <a:stretch>
            <a:fillRect/>
          </a:stretch>
        </p:blipFill>
        <p:spPr bwMode="auto">
          <a:xfrm>
            <a:off x="634108" y="4748670"/>
            <a:ext cx="3684588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BC12735E-AB4B-C448-ADA9-B1AFB4566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510" y="766763"/>
            <a:ext cx="24851952" cy="1930400"/>
          </a:xfrm>
          <a:prstGeom prst="rect">
            <a:avLst/>
          </a:prstGeom>
        </p:spPr>
        <p:txBody>
          <a:bodyPr lIns="91436" tIns="45717" rIns="91436" bIns="45717" anchor="ctr" anchorCtr="0"/>
          <a:lstStyle>
            <a:lvl1pPr algn="l">
              <a:defRPr sz="55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6" name="Text Placeholder 76">
            <a:extLst>
              <a:ext uri="{FF2B5EF4-FFF2-40B4-BE49-F238E27FC236}">
                <a16:creationId xmlns:a16="http://schemas.microsoft.com/office/drawing/2014/main" id="{9367639A-84EA-C14F-B4EE-EBE6F9B956CB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>
          <a:xfrm>
            <a:off x="4710511" y="4454845"/>
            <a:ext cx="24851950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33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6">
            <a:extLst>
              <a:ext uri="{FF2B5EF4-FFF2-40B4-BE49-F238E27FC236}">
                <a16:creationId xmlns:a16="http://schemas.microsoft.com/office/drawing/2014/main" id="{594125BB-CB39-E94D-B411-F6744581301B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>
          <a:xfrm>
            <a:off x="4710510" y="2747965"/>
            <a:ext cx="24851951" cy="1706880"/>
          </a:xfrm>
          <a:prstGeom prst="rect">
            <a:avLst/>
          </a:prstGeom>
        </p:spPr>
        <p:txBody>
          <a:bodyPr anchor="ctr"/>
          <a:lstStyle>
            <a:lvl1pPr algn="l">
              <a:buFontTx/>
              <a:buNone/>
              <a:defRPr sz="4400">
                <a:solidFill>
                  <a:schemeClr val="bg1"/>
                </a:solidFill>
              </a:defRPr>
            </a:lvl1pPr>
            <a:lvl2pPr>
              <a:buFontTx/>
              <a:buNone/>
              <a:defRPr sz="6600"/>
            </a:lvl2pPr>
            <a:lvl3pPr>
              <a:buFontTx/>
              <a:buNone/>
              <a:defRPr sz="6600"/>
            </a:lvl3pPr>
            <a:lvl4pPr>
              <a:buFontTx/>
              <a:buNone/>
              <a:defRPr sz="6600"/>
            </a:lvl4pPr>
            <a:lvl5pPr>
              <a:buFontTx/>
              <a:buNone/>
              <a:defRPr sz="6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14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6FB082-086E-464E-BBB1-F0B7C6E2BF00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30175200" cy="659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1026" name="Rectangle 35"/>
          <p:cNvSpPr>
            <a:spLocks noChangeArrowheads="1"/>
          </p:cNvSpPr>
          <p:nvPr/>
        </p:nvSpPr>
        <p:spPr bwMode="auto">
          <a:xfrm>
            <a:off x="22631400" y="8007350"/>
            <a:ext cx="6915150" cy="3108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1027" name="Rectangle 33"/>
          <p:cNvSpPr>
            <a:spLocks noChangeArrowheads="1"/>
          </p:cNvSpPr>
          <p:nvPr/>
        </p:nvSpPr>
        <p:spPr bwMode="auto">
          <a:xfrm>
            <a:off x="7962900" y="8007350"/>
            <a:ext cx="6915150" cy="3108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1028" name="Rectangle 33"/>
          <p:cNvSpPr>
            <a:spLocks noChangeArrowheads="1"/>
          </p:cNvSpPr>
          <p:nvPr/>
        </p:nvSpPr>
        <p:spPr bwMode="auto">
          <a:xfrm>
            <a:off x="15297150" y="8007350"/>
            <a:ext cx="6915150" cy="3108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1029" name="Rectangle 33"/>
          <p:cNvSpPr>
            <a:spLocks noChangeArrowheads="1"/>
          </p:cNvSpPr>
          <p:nvPr/>
        </p:nvSpPr>
        <p:spPr bwMode="auto">
          <a:xfrm>
            <a:off x="634471" y="8007350"/>
            <a:ext cx="6915150" cy="31089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628650" y="7315200"/>
            <a:ext cx="28917900" cy="0"/>
          </a:xfrm>
          <a:prstGeom prst="line">
            <a:avLst/>
          </a:prstGeom>
          <a:ln w="762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628650" y="39822438"/>
            <a:ext cx="28917900" cy="0"/>
          </a:xfrm>
          <a:prstGeom prst="line">
            <a:avLst/>
          </a:prstGeom>
          <a:ln w="381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2F0EEA4-4B12-654C-ABCB-17B56FB850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795127"/>
            <a:ext cx="2271289" cy="32164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ctr" defTabSz="4022342" rtl="0" eaLnBrk="1" fontAlgn="base" hangingPunct="1">
        <a:spcBef>
          <a:spcPct val="0"/>
        </a:spcBef>
        <a:spcAft>
          <a:spcPct val="0"/>
        </a:spcAft>
        <a:defRPr sz="8067" kern="1200">
          <a:solidFill>
            <a:schemeClr val="bg1"/>
          </a:solidFill>
          <a:latin typeface="Trebuchet MS" pitchFamily="34" charset="0"/>
          <a:ea typeface="ＭＳ Ｐゴシック" charset="-128"/>
          <a:cs typeface="ＭＳ Ｐゴシック" charset="-128"/>
        </a:defRPr>
      </a:lvl1pPr>
      <a:lvl2pPr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2pPr>
      <a:lvl3pPr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3pPr>
      <a:lvl4pPr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4pPr>
      <a:lvl5pPr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5pPr>
      <a:lvl6pPr marL="419115"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6pPr>
      <a:lvl7pPr marL="838230"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7pPr>
      <a:lvl8pPr marL="1257346"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8pPr>
      <a:lvl9pPr marL="1676461" algn="ctr" defTabSz="4022342" rtl="0" eaLnBrk="1" fontAlgn="base" hangingPunct="1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9pPr>
    </p:titleStyle>
    <p:bodyStyle>
      <a:lvl1pPr marL="1507651" indent="-1507651" algn="l" defTabSz="40223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4117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268517" indent="-1255891" algn="l" defTabSz="40223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2375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5027928" indent="-1005586" algn="l" defTabSz="4022342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0634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7040554" indent="-1005586" algn="l" defTabSz="4022342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9051725" indent="-1005586" algn="l" defTabSz="4022342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1064090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75741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5087394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7099047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2pPr>
      <a:lvl3pPr marL="4023305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3pPr>
      <a:lvl4pPr marL="603495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4pPr>
      <a:lvl5pPr marL="804661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5pPr>
      <a:lvl6pPr marL="1005826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6pPr>
      <a:lvl7pPr marL="12069917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7pPr>
      <a:lvl8pPr marL="1408156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8pPr>
      <a:lvl9pPr marL="16093221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2CC861-FE92-9F49-9509-955612D70500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30175200" cy="659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3074" name="Rectangle 33"/>
          <p:cNvSpPr>
            <a:spLocks noChangeArrowheads="1"/>
          </p:cNvSpPr>
          <p:nvPr/>
        </p:nvSpPr>
        <p:spPr bwMode="auto">
          <a:xfrm>
            <a:off x="628650" y="7994650"/>
            <a:ext cx="9340983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3075" name="Rectangle 33"/>
          <p:cNvSpPr>
            <a:spLocks noChangeArrowheads="1"/>
          </p:cNvSpPr>
          <p:nvPr/>
        </p:nvSpPr>
        <p:spPr bwMode="auto">
          <a:xfrm>
            <a:off x="10416382" y="7994650"/>
            <a:ext cx="9339527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3076" name="Rectangle 33"/>
          <p:cNvSpPr>
            <a:spLocks noChangeArrowheads="1"/>
          </p:cNvSpPr>
          <p:nvPr/>
        </p:nvSpPr>
        <p:spPr bwMode="auto">
          <a:xfrm>
            <a:off x="20202658" y="7994650"/>
            <a:ext cx="9340982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628650" y="7315200"/>
            <a:ext cx="28917900" cy="0"/>
          </a:xfrm>
          <a:prstGeom prst="line">
            <a:avLst/>
          </a:prstGeom>
          <a:ln w="762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>
            <a:off x="628650" y="39822438"/>
            <a:ext cx="28917900" cy="0"/>
          </a:xfrm>
          <a:prstGeom prst="line">
            <a:avLst/>
          </a:prstGeom>
          <a:ln w="381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FB0569F-A0B7-5C49-877B-F4C926D921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795127"/>
            <a:ext cx="2271289" cy="32164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txStyles>
    <p:titleStyle>
      <a:lvl1pPr algn="ctr" defTabSz="4022342" rtl="0" eaLnBrk="0" fontAlgn="base" hangingPunct="0">
        <a:spcBef>
          <a:spcPct val="0"/>
        </a:spcBef>
        <a:spcAft>
          <a:spcPct val="0"/>
        </a:spcAft>
        <a:defRPr sz="8067" kern="1200">
          <a:solidFill>
            <a:schemeClr val="bg1"/>
          </a:solidFill>
          <a:latin typeface="Trebuchet MS" pitchFamily="34" charset="0"/>
          <a:ea typeface="ＭＳ Ｐゴシック" charset="-128"/>
          <a:cs typeface="ＭＳ Ｐゴシック" charset="-128"/>
        </a:defRPr>
      </a:lvl1pPr>
      <a:lvl2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2pPr>
      <a:lvl3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3pPr>
      <a:lvl4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4pPr>
      <a:lvl5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5pPr>
      <a:lvl6pPr marL="419115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6pPr>
      <a:lvl7pPr marL="838230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7pPr>
      <a:lvl8pPr marL="1257346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8pPr>
      <a:lvl9pPr marL="1676461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9pPr>
    </p:titleStyle>
    <p:bodyStyle>
      <a:lvl1pPr marL="1507651" indent="-150765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117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268517" indent="-125589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2375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5027928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0634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7040554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9051725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1064090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75741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5087394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7099047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2pPr>
      <a:lvl3pPr marL="4023305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3pPr>
      <a:lvl4pPr marL="603495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4pPr>
      <a:lvl5pPr marL="804661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5pPr>
      <a:lvl6pPr marL="1005826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6pPr>
      <a:lvl7pPr marL="12069917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7pPr>
      <a:lvl8pPr marL="1408156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8pPr>
      <a:lvl9pPr marL="16093221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3"/>
          <p:cNvSpPr>
            <a:spLocks noChangeArrowheads="1"/>
          </p:cNvSpPr>
          <p:nvPr/>
        </p:nvSpPr>
        <p:spPr bwMode="auto">
          <a:xfrm>
            <a:off x="628650" y="8007350"/>
            <a:ext cx="6915150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5123" name="Rectangle 35"/>
          <p:cNvSpPr>
            <a:spLocks noChangeArrowheads="1"/>
          </p:cNvSpPr>
          <p:nvPr/>
        </p:nvSpPr>
        <p:spPr bwMode="auto">
          <a:xfrm>
            <a:off x="22631400" y="8007350"/>
            <a:ext cx="6915150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5124" name="Rectangle 33"/>
          <p:cNvSpPr>
            <a:spLocks noChangeArrowheads="1"/>
          </p:cNvSpPr>
          <p:nvPr/>
        </p:nvSpPr>
        <p:spPr bwMode="auto">
          <a:xfrm>
            <a:off x="7989094" y="8007350"/>
            <a:ext cx="14144625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cxnSp>
        <p:nvCxnSpPr>
          <p:cNvPr id="22" name="Straight Connector 21"/>
          <p:cNvCxnSpPr/>
          <p:nvPr userDrawn="1"/>
        </p:nvCxnSpPr>
        <p:spPr>
          <a:xfrm>
            <a:off x="628650" y="7315200"/>
            <a:ext cx="28917900" cy="0"/>
          </a:xfrm>
          <a:prstGeom prst="line">
            <a:avLst/>
          </a:prstGeom>
          <a:ln w="762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628650" y="39822438"/>
            <a:ext cx="28917900" cy="0"/>
          </a:xfrm>
          <a:prstGeom prst="line">
            <a:avLst/>
          </a:prstGeom>
          <a:ln w="381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46A2C79-EB5F-B048-9484-9CAC8B0EC169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30175200" cy="659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62EBB0-BB35-F74F-95F9-86A1BCF18C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795127"/>
            <a:ext cx="2271289" cy="32164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xStyles>
    <p:titleStyle>
      <a:lvl1pPr algn="ctr" defTabSz="4022342" rtl="0" eaLnBrk="0" fontAlgn="base" hangingPunct="0">
        <a:spcBef>
          <a:spcPct val="0"/>
        </a:spcBef>
        <a:spcAft>
          <a:spcPct val="0"/>
        </a:spcAft>
        <a:defRPr sz="8067" kern="1200">
          <a:solidFill>
            <a:schemeClr val="bg1"/>
          </a:solidFill>
          <a:latin typeface="Trebuchet MS" pitchFamily="34" charset="0"/>
          <a:ea typeface="ＭＳ Ｐゴシック" charset="-128"/>
          <a:cs typeface="ＭＳ Ｐゴシック" charset="-128"/>
        </a:defRPr>
      </a:lvl1pPr>
      <a:lvl2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2pPr>
      <a:lvl3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3pPr>
      <a:lvl4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4pPr>
      <a:lvl5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5pPr>
      <a:lvl6pPr marL="419115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6pPr>
      <a:lvl7pPr marL="838230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7pPr>
      <a:lvl8pPr marL="1257346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8pPr>
      <a:lvl9pPr marL="1676461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9pPr>
    </p:titleStyle>
    <p:bodyStyle>
      <a:lvl1pPr marL="1507651" indent="-150765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117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268517" indent="-125589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2375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5027928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0634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7040554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9051725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1064090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75741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5087394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7099047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2pPr>
      <a:lvl3pPr marL="4023305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3pPr>
      <a:lvl4pPr marL="603495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4pPr>
      <a:lvl5pPr marL="804661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5pPr>
      <a:lvl6pPr marL="1005826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6pPr>
      <a:lvl7pPr marL="12069917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7pPr>
      <a:lvl8pPr marL="1408156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8pPr>
      <a:lvl9pPr marL="16093221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ChangeArrowheads="1"/>
          </p:cNvSpPr>
          <p:nvPr/>
        </p:nvSpPr>
        <p:spPr bwMode="auto">
          <a:xfrm>
            <a:off x="8016744" y="7999413"/>
            <a:ext cx="21526896" cy="3108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sp>
        <p:nvSpPr>
          <p:cNvPr id="6147" name="Rectangle 33"/>
          <p:cNvSpPr>
            <a:spLocks noChangeArrowheads="1"/>
          </p:cNvSpPr>
          <p:nvPr userDrawn="1"/>
        </p:nvSpPr>
        <p:spPr bwMode="auto">
          <a:xfrm>
            <a:off x="628650" y="7999413"/>
            <a:ext cx="6915150" cy="31089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lIns="83816" tIns="41907" rIns="83816" bIns="41907" anchor="ctr"/>
          <a:lstStyle/>
          <a:p>
            <a:pPr>
              <a:defRPr/>
            </a:pPr>
            <a:endParaRPr lang="en-US" sz="7884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628650" y="7315200"/>
            <a:ext cx="28917900" cy="0"/>
          </a:xfrm>
          <a:prstGeom prst="line">
            <a:avLst/>
          </a:prstGeom>
          <a:ln w="762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28650" y="39822438"/>
            <a:ext cx="28917900" cy="0"/>
          </a:xfrm>
          <a:prstGeom prst="line">
            <a:avLst/>
          </a:prstGeom>
          <a:ln w="38100" cap="flat" cmpd="sng" algn="ctr">
            <a:solidFill>
              <a:schemeClr val="tx2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7BE1506-68B1-B74D-9564-838841A60713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30175200" cy="65960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3816" tIns="41907" rIns="83816" bIns="41907" anchor="ctr"/>
          <a:lstStyle/>
          <a:p>
            <a:endParaRPr lang="en-US" sz="7884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FCA64A-87BF-8C48-936C-E1C3E86F8E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795127"/>
            <a:ext cx="2271289" cy="32164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xStyles>
    <p:titleStyle>
      <a:lvl1pPr algn="ctr" defTabSz="4022342" rtl="0" eaLnBrk="0" fontAlgn="base" hangingPunct="0">
        <a:spcBef>
          <a:spcPct val="0"/>
        </a:spcBef>
        <a:spcAft>
          <a:spcPct val="0"/>
        </a:spcAft>
        <a:defRPr sz="8067" kern="1200">
          <a:solidFill>
            <a:schemeClr val="bg1"/>
          </a:solidFill>
          <a:latin typeface="Trebuchet MS" pitchFamily="34" charset="0"/>
          <a:ea typeface="ＭＳ Ｐゴシック" charset="-128"/>
          <a:cs typeface="ＭＳ Ｐゴシック" charset="-128"/>
        </a:defRPr>
      </a:lvl1pPr>
      <a:lvl2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2pPr>
      <a:lvl3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3pPr>
      <a:lvl4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4pPr>
      <a:lvl5pPr algn="ctr" defTabSz="4022342" rtl="0" eaLnBrk="0" fontAlgn="base" hangingPunct="0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5pPr>
      <a:lvl6pPr marL="419115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6pPr>
      <a:lvl7pPr marL="838230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7pPr>
      <a:lvl8pPr marL="1257346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8pPr>
      <a:lvl9pPr marL="1676461" algn="ctr" defTabSz="4022342" rtl="0" fontAlgn="base">
        <a:spcBef>
          <a:spcPct val="0"/>
        </a:spcBef>
        <a:spcAft>
          <a:spcPct val="0"/>
        </a:spcAft>
        <a:defRPr sz="8067">
          <a:solidFill>
            <a:schemeClr val="bg1"/>
          </a:solidFill>
          <a:latin typeface="Trebuchet MS" charset="0"/>
          <a:ea typeface="ＭＳ Ｐゴシック" charset="-128"/>
          <a:cs typeface="ＭＳ Ｐゴシック" charset="-128"/>
        </a:defRPr>
      </a:lvl9pPr>
    </p:titleStyle>
    <p:bodyStyle>
      <a:lvl1pPr marL="1507651" indent="-150765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117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3268517" indent="-1255891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2375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5027928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0634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7040554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9051725" indent="-1005586" algn="l" defTabSz="4022342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88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1064090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75741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7pPr>
      <a:lvl8pPr marL="15087394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8pPr>
      <a:lvl9pPr marL="17099047" indent="-1005827" algn="l" defTabSz="402330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2pPr>
      <a:lvl3pPr marL="4023305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3pPr>
      <a:lvl4pPr marL="603495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4pPr>
      <a:lvl5pPr marL="8046610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5pPr>
      <a:lvl6pPr marL="10058263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6pPr>
      <a:lvl7pPr marL="12069917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7pPr>
      <a:lvl8pPr marL="14081568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8pPr>
      <a:lvl9pPr marL="16093221" algn="l" defTabSz="4023305" rtl="0" eaLnBrk="1" latinLnBrk="0" hangingPunct="1">
        <a:defRPr sz="78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286114AB-30D5-D34A-B576-BF5D187AF4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200" y="15525810"/>
            <a:ext cx="6908601" cy="89133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D056A5A-9064-4741-AE18-8DC417A52A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E3DF84C-8A0A-2040-8842-5800319B34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66175" y="16613087"/>
            <a:ext cx="12198751" cy="8001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F019DC3C-02A0-B140-9422-95A8BF7C06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11771" y="18811280"/>
            <a:ext cx="14246124" cy="891334"/>
          </a:xfrm>
        </p:spPr>
        <p:txBody>
          <a:bodyPr/>
          <a:lstStyle/>
          <a:p>
            <a:r>
              <a:rPr lang="en-US" dirty="0"/>
              <a:t>Power Ratio Results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E20E3472-4D95-F848-BA65-8A6EE060C2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66174" y="30889399"/>
            <a:ext cx="6908601" cy="830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0A779AD3-032F-EB41-8895-AF29183B78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66176" y="8019680"/>
            <a:ext cx="21551586" cy="891334"/>
          </a:xfrm>
        </p:spPr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3C97E0B7-B816-8947-B695-D3F4DF9A1D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698566" y="18818023"/>
            <a:ext cx="6907325" cy="89133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2C878CC6-AACC-9647-BA5F-D99707D0512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635765" y="19868168"/>
            <a:ext cx="6907325" cy="830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CAD0C4E8-9E32-644D-9680-AB8E28EE55E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709256" y="24681262"/>
            <a:ext cx="6907325" cy="891334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9753B3C2-4D25-7F41-BBC3-CF776DA4045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763375" y="25934181"/>
            <a:ext cx="6853206" cy="830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0C9FFCF2-4FCB-8A44-A58E-B7FA5F64CC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635765" y="35717255"/>
            <a:ext cx="6907325" cy="89133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CDC52D9-26D8-0B45-8C4B-7E40A410F01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2698566" y="37015300"/>
            <a:ext cx="6910785" cy="830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C19EA1CD-8D4D-E343-BC83-836468A253ED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621629" y="21268894"/>
            <a:ext cx="6914059" cy="1138751"/>
          </a:xfrm>
        </p:spPr>
        <p:txBody>
          <a:bodyPr/>
          <a:lstStyle/>
          <a:p>
            <a:r>
              <a:rPr lang="en-US" dirty="0"/>
              <a:t>Add diagram of set up of extraction beamline with distances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9B2E9923-F9EF-A948-986F-9F3E04B8056B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/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A0FD862B-3378-1A4D-B3F8-CAF99EA27905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/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31C6CA46-52B1-4147-8928-196BB81D1982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/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6A31D38-555D-B347-9AB1-8426771A47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7438" y="9206151"/>
            <a:ext cx="6914059" cy="830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25BCA1A6-6A60-CD42-AF18-318B16F41247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r>
              <a:rPr lang="en-US" dirty="0"/>
              <a:t>N. Intwala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EAE17DC8-9A61-C243-87D7-EEBE6C586492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/>
        <p:txBody>
          <a:bodyPr/>
          <a:lstStyle/>
          <a:p>
            <a:r>
              <a:rPr lang="en-US" dirty="0"/>
              <a:t>88-Inch Cyclotron, Nuclear Science Division		</a:t>
            </a:r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01CF1E6C-A300-3947-9EF1-6F64AFA4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Bremsstrahlung Measurements of VENUS 3</a:t>
            </a:r>
            <a:r>
              <a:rPr lang="en-US" baseline="30000" dirty="0"/>
              <a:t>rd</a:t>
            </a:r>
            <a:r>
              <a:rPr lang="en-US" dirty="0"/>
              <a:t>-Generation ECR Ion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E15B5-9A64-2EF6-AC41-F4F56774F72D}"/>
              </a:ext>
            </a:extLst>
          </p:cNvPr>
          <p:cNvSpPr/>
          <p:nvPr/>
        </p:nvSpPr>
        <p:spPr>
          <a:xfrm>
            <a:off x="7966176" y="9193317"/>
            <a:ext cx="14246124" cy="59110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Diagram of setup</a:t>
            </a:r>
          </a:p>
        </p:txBody>
      </p:sp>
      <p:sp>
        <p:nvSpPr>
          <p:cNvPr id="7" name="Text Placeholder 55">
            <a:extLst>
              <a:ext uri="{FF2B5EF4-FFF2-40B4-BE49-F238E27FC236}">
                <a16:creationId xmlns:a16="http://schemas.microsoft.com/office/drawing/2014/main" id="{B6AB0A26-CFFF-86E3-E96F-D55B0E506D03}"/>
              </a:ext>
            </a:extLst>
          </p:cNvPr>
          <p:cNvSpPr txBox="1">
            <a:spLocks/>
          </p:cNvSpPr>
          <p:nvPr/>
        </p:nvSpPr>
        <p:spPr>
          <a:xfrm>
            <a:off x="22610437" y="32659404"/>
            <a:ext cx="6907325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marL="1507651" indent="-1507651" algn="ctr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392" b="1" kern="1200" baseline="0">
                <a:solidFill>
                  <a:schemeClr val="bg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3268517" indent="-1255891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375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5027928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0634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7040554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8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9051725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8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1064090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75741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394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099047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Acknowledgments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058962-DD50-1B29-F87D-FB32DCC7A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71" y="9042768"/>
            <a:ext cx="19125533" cy="5318222"/>
          </a:xfrm>
          <a:prstGeom prst="rect">
            <a:avLst/>
          </a:prstGeom>
        </p:spPr>
      </p:pic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1A077120-A6AD-BC11-19CC-FE78459359E7}"/>
              </a:ext>
            </a:extLst>
          </p:cNvPr>
          <p:cNvSpPr txBox="1">
            <a:spLocks/>
          </p:cNvSpPr>
          <p:nvPr/>
        </p:nvSpPr>
        <p:spPr>
          <a:xfrm>
            <a:off x="7966174" y="29225125"/>
            <a:ext cx="14246124" cy="891334"/>
          </a:xfrm>
          <a:prstGeom prst="rect">
            <a:avLst/>
          </a:prstGeom>
          <a:solidFill>
            <a:schemeClr val="accent1"/>
          </a:solidFill>
        </p:spPr>
        <p:txBody>
          <a:bodyPr wrap="square" lIns="182880" tIns="182880" rIns="182880" bIns="182880" anchor="ctr" anchorCtr="0">
            <a:spAutoFit/>
          </a:bodyPr>
          <a:lstStyle>
            <a:lvl1pPr marL="1507651" indent="-1507651" algn="ctr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392" b="1" kern="1200" baseline="0">
                <a:solidFill>
                  <a:schemeClr val="bg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3268517" indent="-1255891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375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5027928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0634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7040554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8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9051725" indent="-1005586" algn="l" defTabSz="4022342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8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1064090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075741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394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099047" indent="-1005827" algn="l" defTabSz="4023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Magnetic Field Results</a:t>
            </a:r>
          </a:p>
        </p:txBody>
      </p:sp>
      <p:pic>
        <p:nvPicPr>
          <p:cNvPr id="66" name="Picture Placeholder 65">
            <a:extLst>
              <a:ext uri="{FF2B5EF4-FFF2-40B4-BE49-F238E27FC236}">
                <a16:creationId xmlns:a16="http://schemas.microsoft.com/office/drawing/2014/main" id="{BA2D61E0-3344-A154-AD6E-EDEC62D598C8}"/>
              </a:ext>
            </a:extLst>
          </p:cNvPr>
          <p:cNvPicPr>
            <a:picLocks noGrp="1" noChangeAspect="1"/>
          </p:cNvPicPr>
          <p:nvPr>
            <p:ph type="pic" sz="quarter" idx="15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54" y="22428188"/>
            <a:ext cx="7196643" cy="5397482"/>
          </a:xfrm>
          <a:prstGeom prst="rect">
            <a:avLst/>
          </a:prstGeom>
        </p:spPr>
      </p:pic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6807D8E6-3A59-B597-56E9-E1CBF71AD2AF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/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24EFD0C-0554-E865-5AD3-BD6183A70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3313" y="19939262"/>
            <a:ext cx="6450066" cy="4500046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CD9DFBF-2CE8-7198-8B0D-15737B914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2472" y="24433397"/>
            <a:ext cx="7244964" cy="4517303"/>
          </a:xfrm>
          <a:prstGeom prst="rect">
            <a:avLst/>
          </a:prstGeom>
        </p:spPr>
      </p:pic>
      <p:graphicFrame>
        <p:nvGraphicFramePr>
          <p:cNvPr id="81" name="Chart 80">
            <a:extLst>
              <a:ext uri="{FF2B5EF4-FFF2-40B4-BE49-F238E27FC236}">
                <a16:creationId xmlns:a16="http://schemas.microsoft.com/office/drawing/2014/main" id="{2AB1109F-AB73-485A-A314-30F0F4BC0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14622"/>
              </p:ext>
            </p:extLst>
          </p:nvPr>
        </p:nvGraphicFramePr>
        <p:xfrm>
          <a:off x="8405676" y="20104470"/>
          <a:ext cx="6139039" cy="4169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3" name="Picture 82">
            <a:extLst>
              <a:ext uri="{FF2B5EF4-FFF2-40B4-BE49-F238E27FC236}">
                <a16:creationId xmlns:a16="http://schemas.microsoft.com/office/drawing/2014/main" id="{263E0FAB-8368-3B95-5532-AD2E86604F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64" t="34881" r="4078" b="42447"/>
          <a:stretch>
            <a:fillRect/>
          </a:stretch>
        </p:blipFill>
        <p:spPr>
          <a:xfrm>
            <a:off x="17621167" y="14466092"/>
            <a:ext cx="11896595" cy="2287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88149F0-902E-814A-9713-B9B4351B2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705C182-AAB4-0245-A7A5-7BDC6D8EFE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403AFBB-7928-E24F-B85A-F7334EE00C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40730D-4358-2047-85DF-2735A5DF67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7794298-F72B-D04F-9868-AD8E683522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C7DA781-A26E-D546-9594-14BF8F5557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C3C7183-C667-0E4E-97B4-08499DF00AD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9A7132E-4AD4-F944-93DF-F8B02F61B0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5EB56E5-9448-8A4F-9A30-F5CFE37FED2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566C5366-A1A2-F44F-9079-DBF21C09841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8C7E3A4-943C-7A49-A786-E9A1EBCA28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D23DDC0-4F5A-684D-9B1A-3033F3B2A6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FFAD2FB-AF57-D641-95F4-F8C271F46B0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01CA7F5-4F92-9346-B972-D4555C2C41C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32287127-C8D1-5941-8364-25281D704DAE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/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834F81B4-FB6C-4240-AD7B-AEB007BF8866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/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CE6D234-0420-0941-AA27-3F83A11A605F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/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8ABC2EA-8257-184B-AECA-13544325DD78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/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6232D79-BFAF-024A-866A-3246EB1D9FC3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/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792C5DBF-D3EF-3B46-80F3-DC44E38C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22D691D-F26A-F840-B5D1-4A8C84A883F2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0F64A0-1EF2-2645-B79E-2A35FF5C517E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82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BE0DEE-281F-1A49-8CAD-3F2811158A73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/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7F8D0D8-D9AA-9E45-A55E-531BD3FB8E21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/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EC48666-0F8D-4C4A-8BBE-C83FD24EE10E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/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78B0CFC-1BA0-3844-9441-0777D51CC3F9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/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1DF65FC-2FAC-A747-9F7C-3392A3F8C07B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4AE1F-B08D-5A40-AFDB-F5E8E834C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D9246-AE45-5B4D-BC8B-383042993E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67374-7DFE-0648-B892-8A086D7DFF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9C0194-CA8B-1C44-AA0E-A316F4F34E4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F17926-1D27-354C-9B54-2F923113E1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E76C2-C18B-374E-9106-6A23364432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4520F2-6D1C-6E44-A85B-A786AC903C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685424-6DDE-F84B-8B00-7622E45CFF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E3628C-DC42-C34C-A257-8F328A2CA58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074438-2C91-1240-BDC9-B1D5892AF67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D2A9BA6-CEDE-814B-979E-DEFD9C24C1E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AE433F-F067-7A44-AD2E-B91C1CE65F9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7B7762A-139A-2946-B38E-0E2475A7C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BF0EB9A-86CD-8845-BCD0-8E2D7427F63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0B1FD8E-3FCB-5646-B11E-31BA1EAC0379}"/>
              </a:ext>
            </a:extLst>
          </p:cNvPr>
          <p:cNvSpPr>
            <a:spLocks noGrp="1"/>
          </p:cNvSpPr>
          <p:nvPr>
            <p:ph type="body" sz="quarter" idx="1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DA515FC-E57F-5247-BBF7-F506307424E5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4A58E-B95B-3748-BC1F-E1E8CF64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411D744-5B45-8344-BA8E-0728EC5FA6B8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E323885-677D-414B-B454-D8F46AEEA878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86EDD2F-88B5-2A4F-8CDD-5E3C5BE5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869E260-3FBC-9841-BA07-0EB612582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CB78F16-AEEA-C34D-A4B6-F128A349C7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693568A-CFDB-6E40-9D8F-0B17B526B7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A09FDB5-350A-8E41-BEDC-9E1BB1B3AE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D73F927B-30BA-AA48-BCB1-173F34F1E7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F4B5F2B-8C0D-F840-AE53-8FC80D27B1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20B203F-EFC6-7E4E-BBE7-C5BAC47FA9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CEFA13B-6CCA-5C4D-9496-CF1EB28DF9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AFB76E-A55F-CC43-80BB-A259C076F4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8ED6032-66AF-9245-BB3A-21BE28F1D4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C19AC5C-205C-8C4B-A4FE-A1E17AF98D2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632243F-E429-9E4D-B270-1C839AAB666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1EAA2E7-20E6-144D-825B-3A500B3CD7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3A85CDB9-BDFB-9B47-A705-C071267BF6B9}"/>
              </a:ext>
            </a:extLst>
          </p:cNvPr>
          <p:cNvSpPr>
            <a:spLocks noGrp="1"/>
          </p:cNvSpPr>
          <p:nvPr>
            <p:ph type="pic" sz="quarter" idx="152"/>
          </p:nvPr>
        </p:nvSpPr>
        <p:spPr/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B13DA49-14B8-8F46-AE24-F4E0B9904723}"/>
              </a:ext>
            </a:extLst>
          </p:cNvPr>
          <p:cNvSpPr>
            <a:spLocks noGrp="1"/>
          </p:cNvSpPr>
          <p:nvPr>
            <p:ph type="pic" sz="quarter" idx="153"/>
          </p:nvPr>
        </p:nvSpPr>
        <p:spPr/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9AA78D82-B8E4-404B-839F-DCA532D15B36}"/>
              </a:ext>
            </a:extLst>
          </p:cNvPr>
          <p:cNvSpPr>
            <a:spLocks noGrp="1"/>
          </p:cNvSpPr>
          <p:nvPr>
            <p:ph type="pic" sz="quarter" idx="154"/>
          </p:nvPr>
        </p:nvSpPr>
        <p:spPr/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C87D3BE8-A31A-8349-A5D5-DAD835C20CA7}"/>
              </a:ext>
            </a:extLst>
          </p:cNvPr>
          <p:cNvSpPr>
            <a:spLocks noGrp="1"/>
          </p:cNvSpPr>
          <p:nvPr>
            <p:ph type="pic" sz="quarter" idx="155"/>
          </p:nvPr>
        </p:nvSpPr>
        <p:spPr/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494DBBE6-8D66-8643-97B5-D0AFCBC60B60}"/>
              </a:ext>
            </a:extLst>
          </p:cNvPr>
          <p:cNvSpPr>
            <a:spLocks noGrp="1"/>
          </p:cNvSpPr>
          <p:nvPr>
            <p:ph type="pic" sz="quarter" idx="156"/>
          </p:nvPr>
        </p:nvSpPr>
        <p:spPr/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703A71B-63B0-D747-9424-D2D069659543}"/>
              </a:ext>
            </a:extLst>
          </p:cNvPr>
          <p:cNvSpPr>
            <a:spLocks noGrp="1"/>
          </p:cNvSpPr>
          <p:nvPr>
            <p:ph type="body" sz="quarter" idx="1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7DA6D7F-FCB1-D844-ACD6-2A0DC5E28DC3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885AB436-8292-9D45-B2C3-08FB2CDD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526BDEC-2399-1E4A-AE27-9A2E947056F0}"/>
              </a:ext>
            </a:extLst>
          </p:cNvPr>
          <p:cNvSpPr>
            <a:spLocks noGrp="1"/>
          </p:cNvSpPr>
          <p:nvPr>
            <p:ph type="body" sz="quarter" idx="15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A25BC4A5-BA85-8243-A982-CA7604A083D0}"/>
              </a:ext>
            </a:extLst>
          </p:cNvPr>
          <p:cNvSpPr>
            <a:spLocks noGrp="1"/>
          </p:cNvSpPr>
          <p:nvPr>
            <p:ph type="body" sz="quarter" idx="15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BNL 4-Column Teal V Poster 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182880" tIns="228600" rIns="182880" bIns="228600" rtlCol="0">
        <a:spAutoFit/>
      </a:bodyPr>
      <a:lstStyle>
        <a:defPPr>
          <a:spcBef>
            <a:spcPts val="576"/>
          </a:spcBef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LBNL_Poster_V_36x48_Template_teal" id="{FFF0BDD7-FB00-8C43-99AD-D9EA3CCE18E3}" vid="{B336E2C7-40DC-C847-A14C-1B089C6E5D53}"/>
    </a:ext>
  </a:extLst>
</a:theme>
</file>

<file path=ppt/theme/theme2.xml><?xml version="1.0" encoding="utf-8"?>
<a:theme xmlns:a="http://schemas.openxmlformats.org/drawingml/2006/main" name="LBNL 3-Column Teal V Poster 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BNL_Poster_V_36x48_Template_teal" id="{FFF0BDD7-FB00-8C43-99AD-D9EA3CCE18E3}" vid="{CC93FB4E-1284-1941-8A0B-17259C7EB98C}"/>
    </a:ext>
  </a:extLst>
</a:theme>
</file>

<file path=ppt/theme/theme3.xml><?xml version="1.0" encoding="utf-8"?>
<a:theme xmlns:a="http://schemas.openxmlformats.org/drawingml/2006/main" name="LBNL Wide-Center Teal V Poster 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BNL_Poster_V_36x48_Template_teal" id="{FFF0BDD7-FB00-8C43-99AD-D9EA3CCE18E3}" vid="{D8189515-1EFB-BB41-B69D-227CB646ED30}"/>
    </a:ext>
  </a:extLst>
</a:theme>
</file>

<file path=ppt/theme/theme4.xml><?xml version="1.0" encoding="utf-8"?>
<a:theme xmlns:a="http://schemas.openxmlformats.org/drawingml/2006/main" name="LBNL Right-Highlight Teal V Poster">
  <a:themeElements>
    <a:clrScheme name="2020 LBNL Color Theme">
      <a:dk1>
        <a:srgbClr val="00303C"/>
      </a:dk1>
      <a:lt1>
        <a:srgbClr val="FFFFFF"/>
      </a:lt1>
      <a:dk2>
        <a:srgbClr val="00303B"/>
      </a:dk2>
      <a:lt2>
        <a:srgbClr val="B1B3B3"/>
      </a:lt2>
      <a:accent1>
        <a:srgbClr val="007681"/>
      </a:accent1>
      <a:accent2>
        <a:srgbClr val="4198B5"/>
      </a:accent2>
      <a:accent3>
        <a:srgbClr val="D57800"/>
      </a:accent3>
      <a:accent4>
        <a:srgbClr val="74AA50"/>
      </a:accent4>
      <a:accent5>
        <a:srgbClr val="EAAA00"/>
      </a:accent5>
      <a:accent6>
        <a:srgbClr val="E04E38"/>
      </a:accent6>
      <a:hlink>
        <a:srgbClr val="0055D1"/>
      </a:hlink>
      <a:folHlink>
        <a:srgbClr val="6633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228589" tIns="228589" rIns="228589" bIns="228589">
        <a:spAutoFit/>
      </a:bodyPr>
      <a:lstStyle>
        <a:defPPr marL="342883" marR="0" indent="-342883" algn="l" defTabSz="4388900" rtl="0" eaLnBrk="1" fontAlgn="auto" latinLnBrk="0" hangingPunct="1">
          <a:lnSpc>
            <a:spcPct val="100000"/>
          </a:lnSpc>
          <a:spcBef>
            <a:spcPct val="20000"/>
          </a:spcBef>
          <a:spcAft>
            <a:spcPts val="0"/>
          </a:spcAft>
          <a:buClrTx/>
          <a:buSzTx/>
          <a:buFont typeface="Arial" pitchFamily="34" charset="0"/>
          <a:buNone/>
          <a:tabLst/>
          <a:defRPr kumimoji="0" sz="2400" b="0" i="0" u="none" strike="noStrike" kern="1200" cap="none" spc="0" normalizeH="0" baseline="0" noProof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BNL_Poster_V_36x48_Template_teal" id="{FFF0BDD7-FB00-8C43-99AD-D9EA3CCE18E3}" vid="{27F82B27-DD6D-C54C-815A-B95D79D5D51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LBNL_Poster_V_36x48_Template_teal</Template>
  <TotalTime>1931</TotalTime>
  <Words>54</Words>
  <Application>Microsoft Office PowerPoint</Application>
  <PresentationFormat>Custom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Trebuchet MS</vt:lpstr>
      <vt:lpstr>LBNL 4-Column Teal V Poster </vt:lpstr>
      <vt:lpstr>LBNL 3-Column Teal V Poster </vt:lpstr>
      <vt:lpstr>LBNL Wide-Center Teal V Poster </vt:lpstr>
      <vt:lpstr>LBNL Right-Highlight Teal V Poster</vt:lpstr>
      <vt:lpstr>Bremsstrahlung Measurements of VENUS 3rd-Generation ECR Ion Source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 Intwala</dc:creator>
  <dc:description>This template is the property of PosterPresentations.com. Call us if you need help with this poster template._x000d_
1-866-649-3004           _x000d_
 (c)PosterPresentations.com</dc:description>
  <cp:lastModifiedBy>Nishi Intwala</cp:lastModifiedBy>
  <cp:revision>6</cp:revision>
  <dcterms:created xsi:type="dcterms:W3CDTF">2026-09-16T20:49:21Z</dcterms:created>
  <dcterms:modified xsi:type="dcterms:W3CDTF">2026-09-18T05:00:42Z</dcterms:modified>
</cp:coreProperties>
</file>
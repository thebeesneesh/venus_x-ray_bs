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slideLayouts/slideLayout4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9" r:id="rId1"/>
    <p:sldMasterId id="2147483657" r:id="rId2"/>
    <p:sldMasterId id="2147483653" r:id="rId3"/>
    <p:sldMasterId id="2147483655" r:id="rId4"/>
  </p:sldMasterIdLst>
  <p:notesMasterIdLst>
    <p:notesMasterId r:id="rId9"/>
  </p:notesMasterIdLst>
  <p:handoutMasterIdLst>
    <p:handoutMasterId r:id="rId10"/>
  </p:handoutMasterIdLst>
  <p:sldIdLst>
    <p:sldId id="287" r:id="rId5"/>
    <p:sldId id="290" r:id="rId6"/>
    <p:sldId id="288" r:id="rId7"/>
    <p:sldId id="289" r:id="rId8"/>
  </p:sldIdLst>
  <p:sldSz cx="30175200" cy="43891200"/>
  <p:notesSz cx="6858000" cy="9144000"/>
  <p:defaultTextStyle>
    <a:defPPr>
      <a:defRPr lang="en-US"/>
    </a:defPPr>
    <a:lvl1pPr algn="l" defTabSz="4387850" rtl="0" fontAlgn="base">
      <a:spcBef>
        <a:spcPct val="0"/>
      </a:spcBef>
      <a:spcAft>
        <a:spcPct val="0"/>
      </a:spcAft>
      <a:defRPr sz="86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2193925" indent="-1736725" algn="l" defTabSz="4387850" rtl="0" fontAlgn="base">
      <a:spcBef>
        <a:spcPct val="0"/>
      </a:spcBef>
      <a:spcAft>
        <a:spcPct val="0"/>
      </a:spcAft>
      <a:defRPr sz="86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4387850" indent="-3473450" algn="l" defTabSz="4387850" rtl="0" fontAlgn="base">
      <a:spcBef>
        <a:spcPct val="0"/>
      </a:spcBef>
      <a:spcAft>
        <a:spcPct val="0"/>
      </a:spcAft>
      <a:defRPr sz="86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6581775" indent="-5210175" algn="l" defTabSz="4387850" rtl="0" fontAlgn="base">
      <a:spcBef>
        <a:spcPct val="0"/>
      </a:spcBef>
      <a:spcAft>
        <a:spcPct val="0"/>
      </a:spcAft>
      <a:defRPr sz="86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8777288" indent="-6948488" algn="l" defTabSz="4387850" rtl="0" fontAlgn="base">
      <a:spcBef>
        <a:spcPct val="0"/>
      </a:spcBef>
      <a:spcAft>
        <a:spcPct val="0"/>
      </a:spcAft>
      <a:defRPr sz="86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86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86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86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86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3" orient="horz" pos="13824" userDrawn="1">
          <p15:clr>
            <a:srgbClr val="A4A3A4"/>
          </p15:clr>
        </p15:guide>
        <p15:guide id="9" pos="9504" userDrawn="1">
          <p15:clr>
            <a:srgbClr val="A4A3A4"/>
          </p15:clr>
        </p15:guide>
        <p15:guide id="10" pos="396" userDrawn="1">
          <p15:clr>
            <a:srgbClr val="A4A3A4"/>
          </p15:clr>
        </p15:guide>
        <p15:guide id="11" pos="18612" userDrawn="1">
          <p15:clr>
            <a:srgbClr val="A4A3A4"/>
          </p15:clr>
        </p15:guide>
        <p15:guide id="12" orient="horz" pos="432" userDrawn="1">
          <p15:clr>
            <a:srgbClr val="A4A3A4"/>
          </p15:clr>
        </p15:guide>
        <p15:guide id="13" orient="horz" pos="2738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13C"/>
    <a:srgbClr val="00395A"/>
    <a:srgbClr val="1D4980"/>
    <a:srgbClr val="E3E9E5"/>
    <a:srgbClr val="EAEAEA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39"/>
    <p:restoredTop sz="94694"/>
  </p:normalViewPr>
  <p:slideViewPr>
    <p:cSldViewPr snapToGrid="0" snapToObjects="1" showGuides="1">
      <p:cViewPr>
        <p:scale>
          <a:sx n="20" d="100"/>
          <a:sy n="20" d="100"/>
        </p:scale>
        <p:origin x="3090" y="-792"/>
      </p:cViewPr>
      <p:guideLst>
        <p:guide orient="horz" pos="13824"/>
        <p:guide pos="9504"/>
        <p:guide pos="396"/>
        <p:guide pos="18612"/>
        <p:guide orient="horz" pos="432"/>
        <p:guide orient="horz" pos="273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 showGuides="1">
      <p:cViewPr varScale="1">
        <p:scale>
          <a:sx n="127" d="100"/>
          <a:sy n="127" d="100"/>
        </p:scale>
        <p:origin x="3464" y="19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4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Calibri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Calibri" charset="0"/>
              </a:defRPr>
            </a:lvl1pPr>
          </a:lstStyle>
          <a:p>
            <a:pPr>
              <a:defRPr/>
            </a:pPr>
            <a:fld id="{F1117959-E873-E046-B0CC-5CAA5B9C11E0}" type="datetime1">
              <a:rPr lang="en-US"/>
              <a:pPr>
                <a:defRPr/>
              </a:pPr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Calibri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Calibri" charset="0"/>
              </a:defRPr>
            </a:lvl1pPr>
          </a:lstStyle>
          <a:p>
            <a:pPr>
              <a:defRPr/>
            </a:pPr>
            <a:fld id="{5B2B9BF9-B4C6-AF47-9CDA-28FAE34CEB5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70929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Calibri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Calibri" charset="0"/>
              </a:defRPr>
            </a:lvl1pPr>
          </a:lstStyle>
          <a:p>
            <a:pPr>
              <a:defRPr/>
            </a:pPr>
            <a:fld id="{DB5EF99E-7930-7944-985C-C1193D10D0E1}" type="datetime1">
              <a:rPr lang="en-US"/>
              <a:pPr>
                <a:defRPr/>
              </a:pPr>
              <a:t>9/16/2026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49488" y="685800"/>
            <a:ext cx="23590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Calibri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Calibri" charset="0"/>
              </a:defRPr>
            </a:lvl1pPr>
          </a:lstStyle>
          <a:p>
            <a:pPr>
              <a:defRPr/>
            </a:pPr>
            <a:fld id="{A8636910-0990-344C-ABD4-51109786120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662773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387850" rtl="0" eaLnBrk="0" fontAlgn="base" hangingPunct="0">
      <a:spcBef>
        <a:spcPct val="30000"/>
      </a:spcBef>
      <a:spcAft>
        <a:spcPct val="0"/>
      </a:spcAft>
      <a:defRPr sz="5800" kern="1200">
        <a:solidFill>
          <a:schemeClr val="tx1"/>
        </a:solidFill>
        <a:latin typeface="+mn-lt"/>
        <a:ea typeface="ＭＳ Ｐゴシック" charset="-128"/>
        <a:cs typeface="ＭＳ Ｐゴシック" charset="-128"/>
      </a:defRPr>
    </a:lvl1pPr>
    <a:lvl2pPr marL="2193925" algn="l" defTabSz="4387850" rtl="0" eaLnBrk="0" fontAlgn="base" hangingPunct="0">
      <a:spcBef>
        <a:spcPct val="30000"/>
      </a:spcBef>
      <a:spcAft>
        <a:spcPct val="0"/>
      </a:spcAft>
      <a:defRPr sz="5800" kern="1200">
        <a:solidFill>
          <a:schemeClr val="tx1"/>
        </a:solidFill>
        <a:latin typeface="+mn-lt"/>
        <a:ea typeface="ＭＳ Ｐゴシック" charset="-128"/>
        <a:cs typeface="+mn-cs"/>
      </a:defRPr>
    </a:lvl2pPr>
    <a:lvl3pPr marL="4387850" algn="l" defTabSz="4387850" rtl="0" eaLnBrk="0" fontAlgn="base" hangingPunct="0">
      <a:spcBef>
        <a:spcPct val="30000"/>
      </a:spcBef>
      <a:spcAft>
        <a:spcPct val="0"/>
      </a:spcAft>
      <a:defRPr sz="5800" kern="1200">
        <a:solidFill>
          <a:schemeClr val="tx1"/>
        </a:solidFill>
        <a:latin typeface="+mn-lt"/>
        <a:ea typeface="ＭＳ Ｐゴシック" charset="-128"/>
        <a:cs typeface="+mn-cs"/>
      </a:defRPr>
    </a:lvl3pPr>
    <a:lvl4pPr marL="6581775" algn="l" defTabSz="4387850" rtl="0" eaLnBrk="0" fontAlgn="base" hangingPunct="0">
      <a:spcBef>
        <a:spcPct val="30000"/>
      </a:spcBef>
      <a:spcAft>
        <a:spcPct val="0"/>
      </a:spcAft>
      <a:defRPr sz="5800" kern="1200">
        <a:solidFill>
          <a:schemeClr val="tx1"/>
        </a:solidFill>
        <a:latin typeface="+mn-lt"/>
        <a:ea typeface="ＭＳ Ｐゴシック" charset="-128"/>
        <a:cs typeface="+mn-cs"/>
      </a:defRPr>
    </a:lvl4pPr>
    <a:lvl5pPr marL="8777288" algn="l" defTabSz="4387850" rtl="0" eaLnBrk="0" fontAlgn="base" hangingPunct="0">
      <a:spcBef>
        <a:spcPct val="30000"/>
      </a:spcBef>
      <a:spcAft>
        <a:spcPct val="0"/>
      </a:spcAft>
      <a:defRPr sz="5800" kern="1200">
        <a:solidFill>
          <a:schemeClr val="tx1"/>
        </a:solidFill>
        <a:latin typeface="+mn-lt"/>
        <a:ea typeface="ＭＳ Ｐゴシック" charset="-128"/>
        <a:cs typeface="+mn-cs"/>
      </a:defRPr>
    </a:lvl5pPr>
    <a:lvl6pPr marL="10972252" algn="l" defTabSz="4388900" rtl="0" eaLnBrk="1" latinLnBrk="0" hangingPunct="1">
      <a:defRPr sz="5800" kern="1200">
        <a:solidFill>
          <a:schemeClr val="tx1"/>
        </a:solidFill>
        <a:latin typeface="+mn-lt"/>
        <a:ea typeface="+mn-ea"/>
        <a:cs typeface="+mn-cs"/>
      </a:defRPr>
    </a:lvl6pPr>
    <a:lvl7pPr marL="13166703" algn="l" defTabSz="4388900" rtl="0" eaLnBrk="1" latinLnBrk="0" hangingPunct="1">
      <a:defRPr sz="5800" kern="1200">
        <a:solidFill>
          <a:schemeClr val="tx1"/>
        </a:solidFill>
        <a:latin typeface="+mn-lt"/>
        <a:ea typeface="+mn-ea"/>
        <a:cs typeface="+mn-cs"/>
      </a:defRPr>
    </a:lvl7pPr>
    <a:lvl8pPr marL="15361152" algn="l" defTabSz="4388900" rtl="0" eaLnBrk="1" latinLnBrk="0" hangingPunct="1">
      <a:defRPr sz="5800" kern="1200">
        <a:solidFill>
          <a:schemeClr val="tx1"/>
        </a:solidFill>
        <a:latin typeface="+mn-lt"/>
        <a:ea typeface="+mn-ea"/>
        <a:cs typeface="+mn-cs"/>
      </a:defRPr>
    </a:lvl8pPr>
    <a:lvl9pPr marL="17555603" algn="l" defTabSz="4388900" rtl="0" eaLnBrk="1" latinLnBrk="0" hangingPunct="1">
      <a:defRPr sz="58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BNL 4-Column Teal V Post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621629" y="9193317"/>
            <a:ext cx="6914059" cy="830975"/>
          </a:xfrm>
          <a:prstGeom prst="rect">
            <a:avLst/>
          </a:prstGeom>
        </p:spPr>
        <p:txBody>
          <a:bodyPr wrap="square" lIns="228589" tIns="228589" rIns="228589" bIns="228589">
            <a:spAutoFit/>
          </a:bodyPr>
          <a:lstStyle>
            <a:lvl1pPr marL="0" indent="0">
              <a:buNone/>
              <a:defRPr sz="2200">
                <a:solidFill>
                  <a:srgbClr val="00313C"/>
                </a:solidFill>
                <a:latin typeface="+mn-lt"/>
              </a:defRPr>
            </a:lvl1pPr>
            <a:lvl2pPr marL="1362056" indent="-523867">
              <a:defRPr sz="2292">
                <a:latin typeface="Trebuchet MS" pitchFamily="34" charset="0"/>
              </a:defRPr>
            </a:lvl2pPr>
            <a:lvl3pPr marL="1885924" indent="-523867">
              <a:defRPr sz="2292">
                <a:latin typeface="Trebuchet MS" pitchFamily="34" charset="0"/>
              </a:defRPr>
            </a:lvl3pPr>
            <a:lvl4pPr marL="2462179" indent="-576255">
              <a:defRPr sz="2292">
                <a:latin typeface="Trebuchet MS" pitchFamily="34" charset="0"/>
              </a:defRPr>
            </a:lvl4pPr>
            <a:lvl5pPr marL="2881273" indent="-419094">
              <a:defRPr sz="2292">
                <a:latin typeface="Trebuchet MS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1"/>
          </p:nvPr>
        </p:nvSpPr>
        <p:spPr>
          <a:xfrm>
            <a:off x="634110" y="8029390"/>
            <a:ext cx="6908601" cy="891334"/>
          </a:xfrm>
          <a:prstGeom prst="rect">
            <a:avLst/>
          </a:prstGeom>
          <a:solidFill>
            <a:schemeClr val="accent1"/>
          </a:solidFill>
        </p:spPr>
        <p:txBody>
          <a:bodyPr lIns="182880" tIns="182880" rIns="182880" bIns="182880" anchor="ctr" anchorCtr="0">
            <a:spAutoFit/>
          </a:bodyPr>
          <a:lstStyle>
            <a:lvl1pPr algn="ctr">
              <a:buNone/>
              <a:defRPr sz="3392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20"/>
          </p:nvPr>
        </p:nvSpPr>
        <p:spPr>
          <a:xfrm>
            <a:off x="634108" y="20104470"/>
            <a:ext cx="6909693" cy="891334"/>
          </a:xfrm>
          <a:prstGeom prst="rect">
            <a:avLst/>
          </a:prstGeom>
          <a:solidFill>
            <a:schemeClr val="accent1"/>
          </a:solidFill>
        </p:spPr>
        <p:txBody>
          <a:bodyPr wrap="square" lIns="182880" tIns="182880" rIns="182880" bIns="182880" anchor="ctr" anchorCtr="0">
            <a:spAutoFit/>
          </a:bodyPr>
          <a:lstStyle>
            <a:lvl1pPr algn="ctr">
              <a:buNone/>
              <a:defRPr sz="3392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7966176" y="9193317"/>
            <a:ext cx="6908601" cy="830975"/>
          </a:xfrm>
          <a:prstGeom prst="rect">
            <a:avLst/>
          </a:prstGeom>
        </p:spPr>
        <p:txBody>
          <a:bodyPr wrap="square" lIns="228589" tIns="228589" rIns="228589" bIns="228589">
            <a:spAutoFit/>
          </a:bodyPr>
          <a:lstStyle>
            <a:lvl1pPr marL="0" indent="0">
              <a:buNone/>
              <a:defRPr sz="2200">
                <a:solidFill>
                  <a:srgbClr val="00313C"/>
                </a:solidFill>
                <a:latin typeface="+mn-lt"/>
              </a:defRPr>
            </a:lvl1pPr>
            <a:lvl2pPr marL="1362056" indent="-523867">
              <a:defRPr sz="2292">
                <a:latin typeface="Trebuchet MS" pitchFamily="34" charset="0"/>
              </a:defRPr>
            </a:lvl2pPr>
            <a:lvl3pPr marL="1885924" indent="-523867">
              <a:defRPr sz="2292">
                <a:latin typeface="Trebuchet MS" pitchFamily="34" charset="0"/>
              </a:defRPr>
            </a:lvl3pPr>
            <a:lvl4pPr marL="2462179" indent="-576255">
              <a:defRPr sz="2292">
                <a:latin typeface="Trebuchet MS" pitchFamily="34" charset="0"/>
              </a:defRPr>
            </a:lvl4pPr>
            <a:lvl5pPr marL="2881273" indent="-419094">
              <a:defRPr sz="2292">
                <a:latin typeface="Trebuchet MS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7966177" y="8029390"/>
            <a:ext cx="6908601" cy="891334"/>
          </a:xfrm>
          <a:prstGeom prst="rect">
            <a:avLst/>
          </a:prstGeom>
          <a:solidFill>
            <a:schemeClr val="accent1"/>
          </a:solidFill>
        </p:spPr>
        <p:txBody>
          <a:bodyPr lIns="182880" tIns="182880" rIns="182880" bIns="182880" anchor="ctr" anchorCtr="0">
            <a:spAutoFit/>
          </a:bodyPr>
          <a:lstStyle>
            <a:lvl1pPr algn="ctr">
              <a:buNone/>
              <a:defRPr sz="3392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3"/>
          <p:cNvSpPr>
            <a:spLocks noGrp="1"/>
          </p:cNvSpPr>
          <p:nvPr>
            <p:ph type="body" sz="quarter" idx="23"/>
          </p:nvPr>
        </p:nvSpPr>
        <p:spPr>
          <a:xfrm>
            <a:off x="15302608" y="9193317"/>
            <a:ext cx="6908601" cy="830975"/>
          </a:xfrm>
          <a:prstGeom prst="rect">
            <a:avLst/>
          </a:prstGeom>
        </p:spPr>
        <p:txBody>
          <a:bodyPr wrap="square" lIns="228589" tIns="228589" rIns="228589" bIns="228589">
            <a:spAutoFit/>
          </a:bodyPr>
          <a:lstStyle>
            <a:lvl1pPr marL="0" indent="0">
              <a:buNone/>
              <a:defRPr sz="2200">
                <a:solidFill>
                  <a:srgbClr val="00313C"/>
                </a:solidFill>
                <a:latin typeface="+mn-lt"/>
              </a:defRPr>
            </a:lvl1pPr>
            <a:lvl2pPr marL="1362056" indent="-523867">
              <a:defRPr sz="2292">
                <a:latin typeface="Trebuchet MS" pitchFamily="34" charset="0"/>
              </a:defRPr>
            </a:lvl2pPr>
            <a:lvl3pPr marL="1885924" indent="-523867">
              <a:defRPr sz="2292">
                <a:latin typeface="Trebuchet MS" pitchFamily="34" charset="0"/>
              </a:defRPr>
            </a:lvl3pPr>
            <a:lvl4pPr marL="2462179" indent="-576255">
              <a:defRPr sz="2292">
                <a:latin typeface="Trebuchet MS" pitchFamily="34" charset="0"/>
              </a:defRPr>
            </a:lvl4pPr>
            <a:lvl5pPr marL="2881273" indent="-419094">
              <a:defRPr sz="2292">
                <a:latin typeface="Trebuchet MS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15297150" y="8029390"/>
            <a:ext cx="6915150" cy="891334"/>
          </a:xfrm>
          <a:prstGeom prst="rect">
            <a:avLst/>
          </a:prstGeom>
          <a:solidFill>
            <a:schemeClr val="accent1"/>
          </a:solidFill>
        </p:spPr>
        <p:txBody>
          <a:bodyPr lIns="182880" tIns="182880" rIns="182880" bIns="182880" anchor="ctr" anchorCtr="0">
            <a:spAutoFit/>
          </a:bodyPr>
          <a:lstStyle>
            <a:lvl1pPr algn="ctr">
              <a:buNone/>
              <a:defRPr sz="3392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22635765" y="8029390"/>
            <a:ext cx="6907325" cy="891334"/>
          </a:xfrm>
          <a:prstGeom prst="rect">
            <a:avLst/>
          </a:prstGeom>
          <a:solidFill>
            <a:schemeClr val="accent1"/>
          </a:solidFill>
        </p:spPr>
        <p:txBody>
          <a:bodyPr wrap="square" lIns="182880" tIns="182880" rIns="182880" bIns="182880" anchor="ctr" anchorCtr="0">
            <a:spAutoFit/>
          </a:bodyPr>
          <a:lstStyle>
            <a:lvl1pPr algn="ctr">
              <a:buNone/>
              <a:defRPr sz="3392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3"/>
          <p:cNvSpPr>
            <a:spLocks noGrp="1"/>
          </p:cNvSpPr>
          <p:nvPr>
            <p:ph type="body" sz="quarter" idx="26"/>
          </p:nvPr>
        </p:nvSpPr>
        <p:spPr>
          <a:xfrm>
            <a:off x="22635765" y="9193317"/>
            <a:ext cx="6907325" cy="830975"/>
          </a:xfrm>
          <a:prstGeom prst="rect">
            <a:avLst/>
          </a:prstGeom>
        </p:spPr>
        <p:txBody>
          <a:bodyPr wrap="square" lIns="228589" tIns="228589" rIns="228589" bIns="228589">
            <a:spAutoFit/>
          </a:bodyPr>
          <a:lstStyle>
            <a:lvl1pPr marL="0" indent="0">
              <a:buNone/>
              <a:defRPr sz="2200">
                <a:solidFill>
                  <a:srgbClr val="00313C"/>
                </a:solidFill>
                <a:latin typeface="+mn-lt"/>
              </a:defRPr>
            </a:lvl1pPr>
            <a:lvl2pPr marL="1362056" indent="-523867">
              <a:defRPr sz="2292">
                <a:latin typeface="Trebuchet MS" pitchFamily="34" charset="0"/>
              </a:defRPr>
            </a:lvl2pPr>
            <a:lvl3pPr marL="1885924" indent="-523867">
              <a:defRPr sz="2292">
                <a:latin typeface="Trebuchet MS" pitchFamily="34" charset="0"/>
              </a:defRPr>
            </a:lvl3pPr>
            <a:lvl4pPr marL="2462179" indent="-576255">
              <a:defRPr sz="2292">
                <a:latin typeface="Trebuchet MS" pitchFamily="34" charset="0"/>
              </a:defRPr>
            </a:lvl4pPr>
            <a:lvl5pPr marL="2881273" indent="-419094">
              <a:defRPr sz="2292">
                <a:latin typeface="Trebuchet MS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7"/>
          </p:nvPr>
        </p:nvSpPr>
        <p:spPr>
          <a:xfrm>
            <a:off x="22631853" y="20104470"/>
            <a:ext cx="6907325" cy="891334"/>
          </a:xfrm>
          <a:prstGeom prst="rect">
            <a:avLst/>
          </a:prstGeom>
          <a:solidFill>
            <a:schemeClr val="accent1"/>
          </a:solidFill>
        </p:spPr>
        <p:txBody>
          <a:bodyPr wrap="square" lIns="182880" tIns="182880" rIns="182880" bIns="182880" anchor="ctr" anchorCtr="0">
            <a:spAutoFit/>
          </a:bodyPr>
          <a:lstStyle>
            <a:lvl1pPr algn="ctr">
              <a:buNone/>
              <a:defRPr sz="3392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"/>
          <p:cNvSpPr>
            <a:spLocks noGrp="1"/>
          </p:cNvSpPr>
          <p:nvPr>
            <p:ph type="body" sz="quarter" idx="28"/>
          </p:nvPr>
        </p:nvSpPr>
        <p:spPr>
          <a:xfrm>
            <a:off x="22637497" y="21268894"/>
            <a:ext cx="6853206" cy="830975"/>
          </a:xfrm>
          <a:prstGeom prst="rect">
            <a:avLst/>
          </a:prstGeom>
        </p:spPr>
        <p:txBody>
          <a:bodyPr wrap="square" lIns="228589" tIns="228589" rIns="228589" bIns="228589">
            <a:spAutoFit/>
          </a:bodyPr>
          <a:lstStyle>
            <a:lvl1pPr marL="0" indent="0">
              <a:buNone/>
              <a:defRPr sz="2200">
                <a:solidFill>
                  <a:srgbClr val="00313C"/>
                </a:solidFill>
                <a:latin typeface="+mn-lt"/>
              </a:defRPr>
            </a:lvl1pPr>
            <a:lvl2pPr marL="1362056" indent="-523867">
              <a:defRPr sz="2292">
                <a:latin typeface="Trebuchet MS" pitchFamily="34" charset="0"/>
              </a:defRPr>
            </a:lvl2pPr>
            <a:lvl3pPr marL="1885924" indent="-523867">
              <a:defRPr sz="2292">
                <a:latin typeface="Trebuchet MS" pitchFamily="34" charset="0"/>
              </a:defRPr>
            </a:lvl3pPr>
            <a:lvl4pPr marL="2462179" indent="-576255">
              <a:defRPr sz="2292">
                <a:latin typeface="Trebuchet MS" pitchFamily="34" charset="0"/>
              </a:defRPr>
            </a:lvl4pPr>
            <a:lvl5pPr marL="2881273" indent="-419094">
              <a:defRPr sz="2292">
                <a:latin typeface="Trebuchet MS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22635765" y="34419348"/>
            <a:ext cx="6907325" cy="891334"/>
          </a:xfrm>
          <a:prstGeom prst="rect">
            <a:avLst/>
          </a:prstGeom>
          <a:solidFill>
            <a:schemeClr val="accent1"/>
          </a:solidFill>
        </p:spPr>
        <p:txBody>
          <a:bodyPr wrap="square" lIns="182880" tIns="182880" rIns="182880" bIns="182880" anchor="ctr" anchorCtr="0">
            <a:spAutoFit/>
          </a:bodyPr>
          <a:lstStyle>
            <a:lvl1pPr algn="ctr">
              <a:buNone/>
              <a:defRPr sz="3392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"/>
          <p:cNvSpPr>
            <a:spLocks noGrp="1"/>
          </p:cNvSpPr>
          <p:nvPr>
            <p:ph type="body" sz="quarter" idx="30"/>
          </p:nvPr>
        </p:nvSpPr>
        <p:spPr>
          <a:xfrm>
            <a:off x="22632306" y="35603780"/>
            <a:ext cx="6910785" cy="830975"/>
          </a:xfrm>
          <a:prstGeom prst="rect">
            <a:avLst/>
          </a:prstGeom>
        </p:spPr>
        <p:txBody>
          <a:bodyPr wrap="square" lIns="228589" tIns="228589" rIns="228589" bIns="228589">
            <a:spAutoFit/>
          </a:bodyPr>
          <a:lstStyle>
            <a:lvl1pPr marL="0" indent="0">
              <a:buNone/>
              <a:defRPr sz="2200">
                <a:solidFill>
                  <a:srgbClr val="00313C"/>
                </a:solidFill>
                <a:latin typeface="+mn-lt"/>
              </a:defRPr>
            </a:lvl1pPr>
            <a:lvl2pPr marL="1362056" indent="-523867">
              <a:defRPr sz="2292">
                <a:latin typeface="Trebuchet MS" pitchFamily="34" charset="0"/>
              </a:defRPr>
            </a:lvl2pPr>
            <a:lvl3pPr marL="1885924" indent="-523867">
              <a:defRPr sz="2292">
                <a:latin typeface="Trebuchet MS" pitchFamily="34" charset="0"/>
              </a:defRPr>
            </a:lvl3pPr>
            <a:lvl4pPr marL="2462179" indent="-576255">
              <a:defRPr sz="2292">
                <a:latin typeface="Trebuchet MS" pitchFamily="34" charset="0"/>
              </a:defRPr>
            </a:lvl4pPr>
            <a:lvl5pPr marL="2881273" indent="-419094">
              <a:defRPr sz="2292">
                <a:latin typeface="Trebuchet MS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0" name="Text Placeholder 3"/>
          <p:cNvSpPr>
            <a:spLocks noGrp="1"/>
          </p:cNvSpPr>
          <p:nvPr>
            <p:ph type="body" sz="quarter" idx="96"/>
          </p:nvPr>
        </p:nvSpPr>
        <p:spPr>
          <a:xfrm>
            <a:off x="621629" y="21268894"/>
            <a:ext cx="6914059" cy="830975"/>
          </a:xfrm>
          <a:prstGeom prst="rect">
            <a:avLst/>
          </a:prstGeom>
        </p:spPr>
        <p:txBody>
          <a:bodyPr wrap="square" lIns="228589" tIns="228589" rIns="228589" bIns="228589">
            <a:spAutoFit/>
          </a:bodyPr>
          <a:lstStyle>
            <a:lvl1pPr marL="0" indent="0">
              <a:buNone/>
              <a:defRPr sz="2200">
                <a:solidFill>
                  <a:srgbClr val="00313C"/>
                </a:solidFill>
                <a:latin typeface="+mn-lt"/>
              </a:defRPr>
            </a:lvl1pPr>
            <a:lvl2pPr marL="1362056" indent="-523867">
              <a:defRPr sz="2292">
                <a:latin typeface="Trebuchet MS" pitchFamily="34" charset="0"/>
              </a:defRPr>
            </a:lvl2pPr>
            <a:lvl3pPr marL="1885924" indent="-523867">
              <a:defRPr sz="2292">
                <a:latin typeface="Trebuchet MS" pitchFamily="34" charset="0"/>
              </a:defRPr>
            </a:lvl3pPr>
            <a:lvl4pPr marL="2462179" indent="-576255">
              <a:defRPr sz="2292">
                <a:latin typeface="Trebuchet MS" pitchFamily="34" charset="0"/>
              </a:defRPr>
            </a:lvl4pPr>
            <a:lvl5pPr marL="2881273" indent="-419094">
              <a:defRPr sz="2292">
                <a:latin typeface="Trebuchet MS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Picture Placeholder 13"/>
          <p:cNvSpPr>
            <a:spLocks noGrp="1"/>
          </p:cNvSpPr>
          <p:nvPr>
            <p:ph type="pic" sz="quarter" idx="152"/>
          </p:nvPr>
        </p:nvSpPr>
        <p:spPr>
          <a:xfrm>
            <a:off x="24724382" y="40360604"/>
            <a:ext cx="2200275" cy="3048000"/>
          </a:xfrm>
          <a:prstGeom prst="rect">
            <a:avLst/>
          </a:prstGeom>
          <a:noFill/>
          <a:ln>
            <a:noFill/>
          </a:ln>
          <a:effectLst/>
        </p:spPr>
        <p:txBody>
          <a:bodyPr lIns="91436" tIns="45717" rIns="91436" bIns="45717" anchor="ctr"/>
          <a:lstStyle>
            <a:lvl1pPr marL="0" indent="0" algn="ctr">
              <a:buNone/>
              <a:defRPr sz="3667" b="0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55" name="Picture Placeholder 13"/>
          <p:cNvSpPr>
            <a:spLocks noGrp="1"/>
          </p:cNvSpPr>
          <p:nvPr>
            <p:ph type="pic" sz="quarter" idx="153"/>
          </p:nvPr>
        </p:nvSpPr>
        <p:spPr>
          <a:xfrm>
            <a:off x="8405676" y="40360604"/>
            <a:ext cx="2200275" cy="3048000"/>
          </a:xfrm>
          <a:prstGeom prst="rect">
            <a:avLst/>
          </a:prstGeom>
          <a:noFill/>
          <a:ln>
            <a:noFill/>
          </a:ln>
          <a:effectLst/>
        </p:spPr>
        <p:txBody>
          <a:bodyPr lIns="91436" tIns="45717" rIns="91436" bIns="45717" anchor="ctr"/>
          <a:lstStyle>
            <a:lvl1pPr marL="0" indent="0" algn="ctr">
              <a:buNone/>
              <a:defRPr sz="3667" b="0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56" name="Picture Placeholder 13"/>
          <p:cNvSpPr>
            <a:spLocks noGrp="1"/>
          </p:cNvSpPr>
          <p:nvPr>
            <p:ph type="pic" sz="quarter" idx="154"/>
          </p:nvPr>
        </p:nvSpPr>
        <p:spPr>
          <a:xfrm>
            <a:off x="2966107" y="40360604"/>
            <a:ext cx="2200275" cy="3048000"/>
          </a:xfrm>
          <a:prstGeom prst="rect">
            <a:avLst/>
          </a:prstGeom>
          <a:noFill/>
          <a:ln>
            <a:noFill/>
          </a:ln>
          <a:effectLst/>
        </p:spPr>
        <p:txBody>
          <a:bodyPr lIns="91436" tIns="45717" rIns="91436" bIns="45717" anchor="ctr"/>
          <a:lstStyle>
            <a:lvl1pPr marL="0" indent="0" algn="ctr">
              <a:buNone/>
              <a:defRPr sz="3667" b="0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57" name="Picture Placeholder 13"/>
          <p:cNvSpPr>
            <a:spLocks noGrp="1"/>
          </p:cNvSpPr>
          <p:nvPr>
            <p:ph type="pic" sz="quarter" idx="155"/>
          </p:nvPr>
        </p:nvSpPr>
        <p:spPr>
          <a:xfrm>
            <a:off x="19284813" y="40360604"/>
            <a:ext cx="2200275" cy="3048000"/>
          </a:xfrm>
          <a:prstGeom prst="rect">
            <a:avLst/>
          </a:prstGeom>
          <a:noFill/>
          <a:ln>
            <a:noFill/>
          </a:ln>
          <a:effectLst/>
        </p:spPr>
        <p:txBody>
          <a:bodyPr lIns="91436" tIns="45717" rIns="91436" bIns="45717" anchor="ctr"/>
          <a:lstStyle>
            <a:lvl1pPr marL="0" indent="0" algn="ctr">
              <a:buNone/>
              <a:defRPr sz="3667" b="0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58" name="Picture Placeholder 13"/>
          <p:cNvSpPr>
            <a:spLocks noGrp="1"/>
          </p:cNvSpPr>
          <p:nvPr>
            <p:ph type="pic" sz="quarter" idx="156"/>
          </p:nvPr>
        </p:nvSpPr>
        <p:spPr>
          <a:xfrm>
            <a:off x="13845244" y="40360604"/>
            <a:ext cx="2200275" cy="3048000"/>
          </a:xfrm>
          <a:prstGeom prst="rect">
            <a:avLst/>
          </a:prstGeom>
          <a:noFill/>
          <a:ln>
            <a:noFill/>
          </a:ln>
          <a:effectLst/>
        </p:spPr>
        <p:txBody>
          <a:bodyPr lIns="91436" tIns="45717" rIns="91436" bIns="45717" anchor="ctr"/>
          <a:lstStyle>
            <a:lvl1pPr marL="0" indent="0" algn="ctr">
              <a:buNone/>
              <a:defRPr sz="3667" b="0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pic>
        <p:nvPicPr>
          <p:cNvPr id="31" name="Picture 7" descr="DOE_Office_Science_white.png">
            <a:extLst>
              <a:ext uri="{FF2B5EF4-FFF2-40B4-BE49-F238E27FC236}">
                <a16:creationId xmlns:a16="http://schemas.microsoft.com/office/drawing/2014/main" id="{90B4B1B6-EE0A-2B4A-939F-B9E481B3B60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706"/>
          <a:stretch>
            <a:fillRect/>
          </a:stretch>
        </p:blipFill>
        <p:spPr bwMode="auto">
          <a:xfrm>
            <a:off x="634108" y="4748670"/>
            <a:ext cx="3684588" cy="1431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5" name="Title 1">
            <a:extLst>
              <a:ext uri="{FF2B5EF4-FFF2-40B4-BE49-F238E27FC236}">
                <a16:creationId xmlns:a16="http://schemas.microsoft.com/office/drawing/2014/main" id="{FDCE58A1-DE8F-134A-A29F-4E8D963BE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0510" y="766763"/>
            <a:ext cx="24851952" cy="1930400"/>
          </a:xfrm>
          <a:prstGeom prst="rect">
            <a:avLst/>
          </a:prstGeom>
        </p:spPr>
        <p:txBody>
          <a:bodyPr lIns="91436" tIns="45717" rIns="91436" bIns="45717" anchor="ctr" anchorCtr="0"/>
          <a:lstStyle>
            <a:lvl1pPr algn="l">
              <a:defRPr sz="55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Text Placeholder 76">
            <a:extLst>
              <a:ext uri="{FF2B5EF4-FFF2-40B4-BE49-F238E27FC236}">
                <a16:creationId xmlns:a16="http://schemas.microsoft.com/office/drawing/2014/main" id="{5C9B36EC-11F0-304E-B3D2-44C2660AC7F7}"/>
              </a:ext>
            </a:extLst>
          </p:cNvPr>
          <p:cNvSpPr>
            <a:spLocks noGrp="1"/>
          </p:cNvSpPr>
          <p:nvPr>
            <p:ph type="body" sz="quarter" idx="150"/>
          </p:nvPr>
        </p:nvSpPr>
        <p:spPr>
          <a:xfrm>
            <a:off x="4710511" y="4454845"/>
            <a:ext cx="24851950" cy="1706880"/>
          </a:xfrm>
          <a:prstGeom prst="rect">
            <a:avLst/>
          </a:prstGeom>
        </p:spPr>
        <p:txBody>
          <a:bodyPr anchor="ctr"/>
          <a:lstStyle>
            <a:lvl1pPr algn="l">
              <a:buFontTx/>
              <a:buNone/>
              <a:defRPr sz="3300">
                <a:solidFill>
                  <a:schemeClr val="bg1"/>
                </a:solidFill>
                <a:latin typeface="+mj-lt"/>
              </a:defRPr>
            </a:lvl1pPr>
            <a:lvl2pPr>
              <a:buFontTx/>
              <a:buNone/>
              <a:defRPr sz="6600"/>
            </a:lvl2pPr>
            <a:lvl3pPr>
              <a:buFontTx/>
              <a:buNone/>
              <a:defRPr sz="6600"/>
            </a:lvl3pPr>
            <a:lvl4pPr>
              <a:buFontTx/>
              <a:buNone/>
              <a:defRPr sz="6600"/>
            </a:lvl4pPr>
            <a:lvl5pPr>
              <a:buFontTx/>
              <a:buNone/>
              <a:defRPr sz="6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76">
            <a:extLst>
              <a:ext uri="{FF2B5EF4-FFF2-40B4-BE49-F238E27FC236}">
                <a16:creationId xmlns:a16="http://schemas.microsoft.com/office/drawing/2014/main" id="{26463ECE-D6F7-A045-8217-6E811C58AF1D}"/>
              </a:ext>
            </a:extLst>
          </p:cNvPr>
          <p:cNvSpPr>
            <a:spLocks noGrp="1"/>
          </p:cNvSpPr>
          <p:nvPr>
            <p:ph type="body" sz="quarter" idx="151"/>
          </p:nvPr>
        </p:nvSpPr>
        <p:spPr>
          <a:xfrm>
            <a:off x="4710510" y="2747965"/>
            <a:ext cx="24851951" cy="1706880"/>
          </a:xfrm>
          <a:prstGeom prst="rect">
            <a:avLst/>
          </a:prstGeom>
        </p:spPr>
        <p:txBody>
          <a:bodyPr anchor="ctr"/>
          <a:lstStyle>
            <a:lvl1pPr algn="l">
              <a:buFontTx/>
              <a:buNone/>
              <a:defRPr sz="4400">
                <a:solidFill>
                  <a:schemeClr val="bg1"/>
                </a:solidFill>
              </a:defRPr>
            </a:lvl1pPr>
            <a:lvl2pPr>
              <a:buFontTx/>
              <a:buNone/>
              <a:defRPr sz="6600"/>
            </a:lvl2pPr>
            <a:lvl3pPr>
              <a:buFontTx/>
              <a:buNone/>
              <a:defRPr sz="6600"/>
            </a:lvl3pPr>
            <a:lvl4pPr>
              <a:buFontTx/>
              <a:buNone/>
              <a:defRPr sz="6600"/>
            </a:lvl4pPr>
            <a:lvl5pPr>
              <a:buFontTx/>
              <a:buNone/>
              <a:defRPr sz="6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715255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LBNL 3-Column Teal V Post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621628" y="9203268"/>
            <a:ext cx="9344003" cy="830975"/>
          </a:xfrm>
          <a:prstGeom prst="rect">
            <a:avLst/>
          </a:prstGeom>
        </p:spPr>
        <p:txBody>
          <a:bodyPr wrap="square" lIns="228589" tIns="228589" rIns="228589" bIns="228589">
            <a:spAutoFit/>
          </a:bodyPr>
          <a:lstStyle>
            <a:lvl1pPr marL="314321" indent="-314321">
              <a:buNone/>
              <a:defRPr sz="2200">
                <a:solidFill>
                  <a:srgbClr val="00313C"/>
                </a:solidFill>
                <a:latin typeface="+mn-lt"/>
              </a:defRPr>
            </a:lvl1pPr>
            <a:lvl2pPr marL="1362056" indent="-523867">
              <a:defRPr sz="2292">
                <a:latin typeface="Trebuchet MS" pitchFamily="34" charset="0"/>
              </a:defRPr>
            </a:lvl2pPr>
            <a:lvl3pPr marL="1885924" indent="-523867">
              <a:defRPr sz="2292">
                <a:latin typeface="Trebuchet MS" pitchFamily="34" charset="0"/>
              </a:defRPr>
            </a:lvl3pPr>
            <a:lvl4pPr marL="2462179" indent="-576255">
              <a:defRPr sz="2292">
                <a:latin typeface="Trebuchet MS" pitchFamily="34" charset="0"/>
              </a:defRPr>
            </a:lvl4pPr>
            <a:lvl5pPr marL="2881273" indent="-419094">
              <a:defRPr sz="2292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1"/>
          </p:nvPr>
        </p:nvSpPr>
        <p:spPr>
          <a:xfrm>
            <a:off x="634107" y="8028408"/>
            <a:ext cx="9331525" cy="891334"/>
          </a:xfrm>
          <a:prstGeom prst="rect">
            <a:avLst/>
          </a:prstGeom>
          <a:solidFill>
            <a:schemeClr val="accent1"/>
          </a:solidFill>
        </p:spPr>
        <p:txBody>
          <a:bodyPr wrap="square" lIns="182880" tIns="182880" rIns="182880" bIns="182880" anchor="ctr" anchorCtr="0">
            <a:spAutoFit/>
          </a:bodyPr>
          <a:lstStyle>
            <a:lvl1pPr algn="ctr">
              <a:buNone/>
              <a:defRPr sz="3392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quarter" idx="19"/>
          </p:nvPr>
        </p:nvSpPr>
        <p:spPr>
          <a:xfrm>
            <a:off x="634108" y="24430406"/>
            <a:ext cx="9345094" cy="830975"/>
          </a:xfrm>
          <a:prstGeom prst="rect">
            <a:avLst/>
          </a:prstGeom>
        </p:spPr>
        <p:txBody>
          <a:bodyPr wrap="square" lIns="228589" tIns="228589" rIns="228589" bIns="228589">
            <a:spAutoFit/>
          </a:bodyPr>
          <a:lstStyle>
            <a:lvl1pPr marL="314321" indent="-314321">
              <a:buNone/>
              <a:defRPr sz="2200">
                <a:solidFill>
                  <a:srgbClr val="00313C"/>
                </a:solidFill>
                <a:latin typeface="+mn-lt"/>
              </a:defRPr>
            </a:lvl1pPr>
            <a:lvl2pPr marL="1362056" indent="-523867">
              <a:defRPr sz="2292">
                <a:latin typeface="Trebuchet MS" pitchFamily="34" charset="0"/>
              </a:defRPr>
            </a:lvl2pPr>
            <a:lvl3pPr marL="1885924" indent="-523867">
              <a:defRPr sz="2292">
                <a:latin typeface="Trebuchet MS" pitchFamily="34" charset="0"/>
              </a:defRPr>
            </a:lvl3pPr>
            <a:lvl4pPr marL="2462179" indent="-576255">
              <a:defRPr sz="2292">
                <a:latin typeface="Trebuchet MS" pitchFamily="34" charset="0"/>
              </a:defRPr>
            </a:lvl4pPr>
            <a:lvl5pPr marL="2881273" indent="-419094">
              <a:defRPr sz="2292">
                <a:latin typeface="Trebuchet MS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20"/>
          </p:nvPr>
        </p:nvSpPr>
        <p:spPr>
          <a:xfrm>
            <a:off x="647680" y="23170778"/>
            <a:ext cx="9331524" cy="891334"/>
          </a:xfrm>
          <a:prstGeom prst="rect">
            <a:avLst/>
          </a:prstGeom>
          <a:solidFill>
            <a:schemeClr val="accent1"/>
          </a:solidFill>
        </p:spPr>
        <p:txBody>
          <a:bodyPr wrap="square" lIns="182880" tIns="182880" rIns="182880" bIns="182880" anchor="ctr" anchorCtr="0">
            <a:spAutoFit/>
          </a:bodyPr>
          <a:lstStyle>
            <a:lvl1pPr algn="ctr">
              <a:buNone/>
              <a:defRPr sz="3392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10418565" y="28870984"/>
            <a:ext cx="9330430" cy="830975"/>
          </a:xfrm>
          <a:prstGeom prst="rect">
            <a:avLst/>
          </a:prstGeom>
        </p:spPr>
        <p:txBody>
          <a:bodyPr wrap="square" lIns="228589" tIns="228589" rIns="228589" bIns="228589">
            <a:spAutoFit/>
          </a:bodyPr>
          <a:lstStyle>
            <a:lvl1pPr marL="314321" indent="-314321">
              <a:buNone/>
              <a:defRPr sz="2200">
                <a:solidFill>
                  <a:srgbClr val="00313C"/>
                </a:solidFill>
                <a:latin typeface="+mn-lt"/>
              </a:defRPr>
            </a:lvl1pPr>
            <a:lvl2pPr marL="1362056" indent="-523867">
              <a:defRPr sz="2292">
                <a:latin typeface="Trebuchet MS" pitchFamily="34" charset="0"/>
              </a:defRPr>
            </a:lvl2pPr>
            <a:lvl3pPr marL="1885924" indent="-523867">
              <a:defRPr sz="2292">
                <a:latin typeface="Trebuchet MS" pitchFamily="34" charset="0"/>
              </a:defRPr>
            </a:lvl3pPr>
            <a:lvl4pPr marL="2462179" indent="-576255">
              <a:defRPr sz="2292">
                <a:latin typeface="Trebuchet MS" pitchFamily="34" charset="0"/>
              </a:defRPr>
            </a:lvl4pPr>
            <a:lvl5pPr marL="2881273" indent="-419094">
              <a:defRPr sz="2292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10418565" y="27611356"/>
            <a:ext cx="9330430" cy="891334"/>
          </a:xfrm>
          <a:prstGeom prst="rect">
            <a:avLst/>
          </a:prstGeom>
          <a:solidFill>
            <a:schemeClr val="accent1"/>
          </a:solidFill>
        </p:spPr>
        <p:txBody>
          <a:bodyPr wrap="square" lIns="182880" tIns="182880" rIns="182880" bIns="182880" anchor="ctr" anchorCtr="0">
            <a:spAutoFit/>
          </a:bodyPr>
          <a:lstStyle>
            <a:lvl1pPr algn="ctr">
              <a:buNone/>
              <a:defRPr sz="3392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3"/>
          <p:cNvSpPr>
            <a:spLocks noGrp="1"/>
          </p:cNvSpPr>
          <p:nvPr>
            <p:ph type="body" sz="quarter" idx="23"/>
          </p:nvPr>
        </p:nvSpPr>
        <p:spPr>
          <a:xfrm>
            <a:off x="10424023" y="9235352"/>
            <a:ext cx="9330430" cy="830975"/>
          </a:xfrm>
          <a:prstGeom prst="rect">
            <a:avLst/>
          </a:prstGeom>
        </p:spPr>
        <p:txBody>
          <a:bodyPr wrap="square" lIns="228589" tIns="228589" rIns="228589" bIns="228589">
            <a:spAutoFit/>
          </a:bodyPr>
          <a:lstStyle>
            <a:lvl1pPr marL="314321" indent="-314321">
              <a:buNone/>
              <a:defRPr sz="2200">
                <a:solidFill>
                  <a:srgbClr val="00313C"/>
                </a:solidFill>
                <a:latin typeface="+mn-lt"/>
              </a:defRPr>
            </a:lvl1pPr>
            <a:lvl2pPr marL="1362056" indent="-523867">
              <a:defRPr sz="2292">
                <a:latin typeface="Trebuchet MS" pitchFamily="34" charset="0"/>
              </a:defRPr>
            </a:lvl2pPr>
            <a:lvl3pPr marL="1885924" indent="-523867">
              <a:defRPr sz="2292">
                <a:latin typeface="Trebuchet MS" pitchFamily="34" charset="0"/>
              </a:defRPr>
            </a:lvl3pPr>
            <a:lvl4pPr marL="2462179" indent="-576255">
              <a:defRPr sz="2292">
                <a:latin typeface="Trebuchet MS" pitchFamily="34" charset="0"/>
              </a:defRPr>
            </a:lvl4pPr>
            <a:lvl5pPr marL="2881273" indent="-419094">
              <a:defRPr sz="2292">
                <a:latin typeface="Trebuchet MS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10418566" y="8028408"/>
            <a:ext cx="9335889" cy="891334"/>
          </a:xfrm>
          <a:prstGeom prst="rect">
            <a:avLst/>
          </a:prstGeom>
          <a:solidFill>
            <a:schemeClr val="accent1"/>
          </a:solidFill>
        </p:spPr>
        <p:txBody>
          <a:bodyPr wrap="square" lIns="182880" tIns="182880" rIns="182880" bIns="182880" anchor="ctr" anchorCtr="0">
            <a:spAutoFit/>
          </a:bodyPr>
          <a:lstStyle>
            <a:lvl1pPr algn="ctr">
              <a:buNone/>
              <a:defRPr sz="3392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20209572" y="8028408"/>
            <a:ext cx="9333520" cy="891334"/>
          </a:xfrm>
          <a:prstGeom prst="rect">
            <a:avLst/>
          </a:prstGeom>
          <a:solidFill>
            <a:schemeClr val="accent1"/>
          </a:solidFill>
        </p:spPr>
        <p:txBody>
          <a:bodyPr wrap="square" lIns="182880" tIns="182880" rIns="182880" bIns="182880" anchor="ctr" anchorCtr="0">
            <a:spAutoFit/>
          </a:bodyPr>
          <a:lstStyle>
            <a:lvl1pPr algn="ctr">
              <a:buNone/>
              <a:defRPr sz="3392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3"/>
          <p:cNvSpPr>
            <a:spLocks noGrp="1"/>
          </p:cNvSpPr>
          <p:nvPr>
            <p:ph type="body" sz="quarter" idx="26"/>
          </p:nvPr>
        </p:nvSpPr>
        <p:spPr>
          <a:xfrm>
            <a:off x="20209572" y="9235352"/>
            <a:ext cx="9333520" cy="830975"/>
          </a:xfrm>
          <a:prstGeom prst="rect">
            <a:avLst/>
          </a:prstGeom>
        </p:spPr>
        <p:txBody>
          <a:bodyPr wrap="square" lIns="228589" tIns="228589" rIns="228589" bIns="228589">
            <a:spAutoFit/>
          </a:bodyPr>
          <a:lstStyle>
            <a:lvl1pPr marL="314321" indent="-314321">
              <a:buNone/>
              <a:defRPr sz="2200">
                <a:solidFill>
                  <a:srgbClr val="00313C"/>
                </a:solidFill>
                <a:latin typeface="+mn-lt"/>
              </a:defRPr>
            </a:lvl1pPr>
            <a:lvl2pPr marL="1362056" indent="-523867">
              <a:defRPr sz="2292">
                <a:latin typeface="Trebuchet MS" pitchFamily="34" charset="0"/>
              </a:defRPr>
            </a:lvl2pPr>
            <a:lvl3pPr marL="1885924" indent="-523867">
              <a:defRPr sz="2292">
                <a:latin typeface="Trebuchet MS" pitchFamily="34" charset="0"/>
              </a:defRPr>
            </a:lvl3pPr>
            <a:lvl4pPr marL="2462179" indent="-576255">
              <a:defRPr sz="2292">
                <a:latin typeface="Trebuchet MS" pitchFamily="34" charset="0"/>
              </a:defRPr>
            </a:lvl4pPr>
            <a:lvl5pPr marL="2881273" indent="-419094">
              <a:defRPr sz="2292">
                <a:latin typeface="Trebuchet MS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7"/>
          </p:nvPr>
        </p:nvSpPr>
        <p:spPr>
          <a:xfrm>
            <a:off x="20209572" y="23127967"/>
            <a:ext cx="9333520" cy="891334"/>
          </a:xfrm>
          <a:prstGeom prst="rect">
            <a:avLst/>
          </a:prstGeom>
          <a:solidFill>
            <a:schemeClr val="accent1"/>
          </a:solidFill>
        </p:spPr>
        <p:txBody>
          <a:bodyPr wrap="square" lIns="182880" tIns="182880" rIns="182880" bIns="182880" anchor="ctr" anchorCtr="0">
            <a:spAutoFit/>
          </a:bodyPr>
          <a:lstStyle>
            <a:lvl1pPr algn="ctr">
              <a:buNone/>
              <a:defRPr sz="3392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"/>
          <p:cNvSpPr>
            <a:spLocks noGrp="1"/>
          </p:cNvSpPr>
          <p:nvPr>
            <p:ph type="body" sz="quarter" idx="28"/>
          </p:nvPr>
        </p:nvSpPr>
        <p:spPr>
          <a:xfrm>
            <a:off x="20206113" y="24387596"/>
            <a:ext cx="9336980" cy="830975"/>
          </a:xfrm>
          <a:prstGeom prst="rect">
            <a:avLst/>
          </a:prstGeom>
        </p:spPr>
        <p:txBody>
          <a:bodyPr wrap="square" lIns="228589" tIns="228589" rIns="228589" bIns="228589">
            <a:spAutoFit/>
          </a:bodyPr>
          <a:lstStyle>
            <a:lvl1pPr marL="314321" indent="-314321">
              <a:buNone/>
              <a:defRPr sz="2200">
                <a:solidFill>
                  <a:srgbClr val="00313C"/>
                </a:solidFill>
                <a:latin typeface="+mn-lt"/>
              </a:defRPr>
            </a:lvl1pPr>
            <a:lvl2pPr marL="1362056" indent="-523867">
              <a:defRPr sz="2292">
                <a:latin typeface="Trebuchet MS" pitchFamily="34" charset="0"/>
              </a:defRPr>
            </a:lvl2pPr>
            <a:lvl3pPr marL="1885924" indent="-523867">
              <a:defRPr sz="2292">
                <a:latin typeface="Trebuchet MS" pitchFamily="34" charset="0"/>
              </a:defRPr>
            </a:lvl3pPr>
            <a:lvl4pPr marL="2462179" indent="-576255">
              <a:defRPr sz="2292">
                <a:latin typeface="Trebuchet MS" pitchFamily="34" charset="0"/>
              </a:defRPr>
            </a:lvl4pPr>
            <a:lvl5pPr marL="2881273" indent="-419094">
              <a:defRPr sz="2292">
                <a:latin typeface="Trebuchet MS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20209572" y="34419348"/>
            <a:ext cx="9333520" cy="891334"/>
          </a:xfrm>
          <a:prstGeom prst="rect">
            <a:avLst/>
          </a:prstGeom>
          <a:solidFill>
            <a:schemeClr val="accent1"/>
          </a:solidFill>
        </p:spPr>
        <p:txBody>
          <a:bodyPr wrap="square" lIns="182880" tIns="182880" rIns="182880" bIns="182880" anchor="ctr" anchorCtr="0">
            <a:spAutoFit/>
          </a:bodyPr>
          <a:lstStyle>
            <a:lvl1pPr algn="ctr">
              <a:buNone/>
              <a:defRPr sz="3392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"/>
          <p:cNvSpPr>
            <a:spLocks noGrp="1"/>
          </p:cNvSpPr>
          <p:nvPr>
            <p:ph type="body" sz="quarter" idx="30"/>
          </p:nvPr>
        </p:nvSpPr>
        <p:spPr>
          <a:xfrm>
            <a:off x="20209573" y="35631939"/>
            <a:ext cx="9336980" cy="830975"/>
          </a:xfrm>
          <a:prstGeom prst="rect">
            <a:avLst/>
          </a:prstGeom>
        </p:spPr>
        <p:txBody>
          <a:bodyPr wrap="square" lIns="228589" tIns="228589" rIns="228589" bIns="228589">
            <a:spAutoFit/>
          </a:bodyPr>
          <a:lstStyle>
            <a:lvl1pPr marL="314321" indent="-314321">
              <a:buNone/>
              <a:defRPr sz="2200">
                <a:solidFill>
                  <a:srgbClr val="00313C"/>
                </a:solidFill>
                <a:latin typeface="+mn-lt"/>
              </a:defRPr>
            </a:lvl1pPr>
            <a:lvl2pPr marL="1362056" indent="-523867">
              <a:defRPr sz="2292">
                <a:latin typeface="Trebuchet MS" pitchFamily="34" charset="0"/>
              </a:defRPr>
            </a:lvl2pPr>
            <a:lvl3pPr marL="1885924" indent="-523867">
              <a:defRPr sz="2292">
                <a:latin typeface="Trebuchet MS" pitchFamily="34" charset="0"/>
              </a:defRPr>
            </a:lvl3pPr>
            <a:lvl4pPr marL="2462179" indent="-576255">
              <a:defRPr sz="2292">
                <a:latin typeface="Trebuchet MS" pitchFamily="34" charset="0"/>
              </a:defRPr>
            </a:lvl4pPr>
            <a:lvl5pPr marL="2881273" indent="-419094">
              <a:defRPr sz="2292">
                <a:latin typeface="Trebuchet MS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" name="Picture Placeholder 13"/>
          <p:cNvSpPr>
            <a:spLocks noGrp="1"/>
          </p:cNvSpPr>
          <p:nvPr>
            <p:ph type="pic" sz="quarter" idx="152"/>
          </p:nvPr>
        </p:nvSpPr>
        <p:spPr>
          <a:xfrm>
            <a:off x="24724382" y="40360604"/>
            <a:ext cx="2200275" cy="3048000"/>
          </a:xfrm>
          <a:prstGeom prst="rect">
            <a:avLst/>
          </a:prstGeom>
          <a:noFill/>
          <a:ln>
            <a:noFill/>
          </a:ln>
          <a:effectLst/>
        </p:spPr>
        <p:txBody>
          <a:bodyPr lIns="91436" tIns="45717" rIns="91436" bIns="45717" anchor="ctr"/>
          <a:lstStyle>
            <a:lvl1pPr marL="0" indent="0" algn="ctr">
              <a:buNone/>
              <a:defRPr sz="3667" b="0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/>
              <a:t>Click icon to add picture</a:t>
            </a:r>
          </a:p>
        </p:txBody>
      </p:sp>
      <p:sp>
        <p:nvSpPr>
          <p:cNvPr id="94" name="Picture Placeholder 13"/>
          <p:cNvSpPr>
            <a:spLocks noGrp="1"/>
          </p:cNvSpPr>
          <p:nvPr>
            <p:ph type="pic" sz="quarter" idx="153"/>
          </p:nvPr>
        </p:nvSpPr>
        <p:spPr>
          <a:xfrm>
            <a:off x="8405676" y="40360604"/>
            <a:ext cx="2200275" cy="3048000"/>
          </a:xfrm>
          <a:prstGeom prst="rect">
            <a:avLst/>
          </a:prstGeom>
          <a:noFill/>
          <a:ln>
            <a:noFill/>
          </a:ln>
          <a:effectLst/>
        </p:spPr>
        <p:txBody>
          <a:bodyPr lIns="91436" tIns="45717" rIns="91436" bIns="45717" anchor="ctr"/>
          <a:lstStyle>
            <a:lvl1pPr marL="0" indent="0" algn="ctr">
              <a:buNone/>
              <a:defRPr sz="3667" b="0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/>
              <a:t>Click icon to add picture</a:t>
            </a:r>
          </a:p>
        </p:txBody>
      </p:sp>
      <p:sp>
        <p:nvSpPr>
          <p:cNvPr id="95" name="Picture Placeholder 13"/>
          <p:cNvSpPr>
            <a:spLocks noGrp="1"/>
          </p:cNvSpPr>
          <p:nvPr>
            <p:ph type="pic" sz="quarter" idx="154"/>
          </p:nvPr>
        </p:nvSpPr>
        <p:spPr>
          <a:xfrm>
            <a:off x="2966107" y="40360604"/>
            <a:ext cx="2200275" cy="3048000"/>
          </a:xfrm>
          <a:prstGeom prst="rect">
            <a:avLst/>
          </a:prstGeom>
          <a:noFill/>
          <a:ln>
            <a:noFill/>
          </a:ln>
          <a:effectLst/>
        </p:spPr>
        <p:txBody>
          <a:bodyPr lIns="91436" tIns="45717" rIns="91436" bIns="45717" anchor="ctr"/>
          <a:lstStyle>
            <a:lvl1pPr marL="0" indent="0" algn="ctr">
              <a:buNone/>
              <a:defRPr sz="3667" b="0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/>
              <a:t>Click icon to add picture</a:t>
            </a:r>
          </a:p>
        </p:txBody>
      </p:sp>
      <p:sp>
        <p:nvSpPr>
          <p:cNvPr id="96" name="Picture Placeholder 13"/>
          <p:cNvSpPr>
            <a:spLocks noGrp="1"/>
          </p:cNvSpPr>
          <p:nvPr>
            <p:ph type="pic" sz="quarter" idx="155"/>
          </p:nvPr>
        </p:nvSpPr>
        <p:spPr>
          <a:xfrm>
            <a:off x="19284813" y="40360604"/>
            <a:ext cx="2200275" cy="3048000"/>
          </a:xfrm>
          <a:prstGeom prst="rect">
            <a:avLst/>
          </a:prstGeom>
          <a:noFill/>
          <a:ln>
            <a:noFill/>
          </a:ln>
          <a:effectLst/>
        </p:spPr>
        <p:txBody>
          <a:bodyPr lIns="91436" tIns="45717" rIns="91436" bIns="45717" anchor="ctr"/>
          <a:lstStyle>
            <a:lvl1pPr marL="0" indent="0" algn="ctr">
              <a:buNone/>
              <a:defRPr sz="3667" b="0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/>
              <a:t>Click icon to add picture</a:t>
            </a:r>
          </a:p>
        </p:txBody>
      </p:sp>
      <p:sp>
        <p:nvSpPr>
          <p:cNvPr id="97" name="Picture Placeholder 13"/>
          <p:cNvSpPr>
            <a:spLocks noGrp="1"/>
          </p:cNvSpPr>
          <p:nvPr>
            <p:ph type="pic" sz="quarter" idx="156"/>
          </p:nvPr>
        </p:nvSpPr>
        <p:spPr>
          <a:xfrm>
            <a:off x="13845244" y="40360604"/>
            <a:ext cx="2200275" cy="3048000"/>
          </a:xfrm>
          <a:prstGeom prst="rect">
            <a:avLst/>
          </a:prstGeom>
          <a:noFill/>
          <a:ln>
            <a:noFill/>
          </a:ln>
          <a:effectLst/>
        </p:spPr>
        <p:txBody>
          <a:bodyPr lIns="91436" tIns="45717" rIns="91436" bIns="45717" anchor="ctr"/>
          <a:lstStyle>
            <a:lvl1pPr marL="0" indent="0" algn="ctr">
              <a:buNone/>
              <a:defRPr sz="3667" b="0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/>
              <a:t>Click icon to add picture</a:t>
            </a:r>
          </a:p>
        </p:txBody>
      </p:sp>
      <p:pic>
        <p:nvPicPr>
          <p:cNvPr id="31" name="Picture 7" descr="DOE_Office_Science_white.png">
            <a:extLst>
              <a:ext uri="{FF2B5EF4-FFF2-40B4-BE49-F238E27FC236}">
                <a16:creationId xmlns:a16="http://schemas.microsoft.com/office/drawing/2014/main" id="{DFAFB6A3-32EC-D74C-9D58-7324C6F3F0F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706"/>
          <a:stretch>
            <a:fillRect/>
          </a:stretch>
        </p:blipFill>
        <p:spPr bwMode="auto">
          <a:xfrm>
            <a:off x="634108" y="4748670"/>
            <a:ext cx="3684588" cy="1431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5" name="Title 1">
            <a:extLst>
              <a:ext uri="{FF2B5EF4-FFF2-40B4-BE49-F238E27FC236}">
                <a16:creationId xmlns:a16="http://schemas.microsoft.com/office/drawing/2014/main" id="{E397F0D3-50EC-BC42-B9CE-8FA4BE1FE7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0510" y="766763"/>
            <a:ext cx="24851952" cy="1930400"/>
          </a:xfrm>
          <a:prstGeom prst="rect">
            <a:avLst/>
          </a:prstGeom>
        </p:spPr>
        <p:txBody>
          <a:bodyPr lIns="91436" tIns="45717" rIns="91436" bIns="45717" anchor="ctr" anchorCtr="0"/>
          <a:lstStyle>
            <a:lvl1pPr algn="l">
              <a:defRPr sz="55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6" name="Text Placeholder 76">
            <a:extLst>
              <a:ext uri="{FF2B5EF4-FFF2-40B4-BE49-F238E27FC236}">
                <a16:creationId xmlns:a16="http://schemas.microsoft.com/office/drawing/2014/main" id="{74918F64-D40D-2A46-9BA1-45CA1BB419B5}"/>
              </a:ext>
            </a:extLst>
          </p:cNvPr>
          <p:cNvSpPr>
            <a:spLocks noGrp="1"/>
          </p:cNvSpPr>
          <p:nvPr>
            <p:ph type="body" sz="quarter" idx="150"/>
          </p:nvPr>
        </p:nvSpPr>
        <p:spPr>
          <a:xfrm>
            <a:off x="4710511" y="4454845"/>
            <a:ext cx="24851950" cy="1706880"/>
          </a:xfrm>
          <a:prstGeom prst="rect">
            <a:avLst/>
          </a:prstGeom>
        </p:spPr>
        <p:txBody>
          <a:bodyPr anchor="ctr"/>
          <a:lstStyle>
            <a:lvl1pPr algn="l">
              <a:buFontTx/>
              <a:buNone/>
              <a:defRPr sz="3300">
                <a:solidFill>
                  <a:schemeClr val="bg1"/>
                </a:solidFill>
                <a:latin typeface="+mj-lt"/>
              </a:defRPr>
            </a:lvl1pPr>
            <a:lvl2pPr>
              <a:buFontTx/>
              <a:buNone/>
              <a:defRPr sz="6600"/>
            </a:lvl2pPr>
            <a:lvl3pPr>
              <a:buFontTx/>
              <a:buNone/>
              <a:defRPr sz="6600"/>
            </a:lvl3pPr>
            <a:lvl4pPr>
              <a:buFontTx/>
              <a:buNone/>
              <a:defRPr sz="6600"/>
            </a:lvl4pPr>
            <a:lvl5pPr>
              <a:buFontTx/>
              <a:buNone/>
              <a:defRPr sz="6600"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7" name="Text Placeholder 76">
            <a:extLst>
              <a:ext uri="{FF2B5EF4-FFF2-40B4-BE49-F238E27FC236}">
                <a16:creationId xmlns:a16="http://schemas.microsoft.com/office/drawing/2014/main" id="{A52AB8F6-55EA-0C48-8504-4F1A98386F56}"/>
              </a:ext>
            </a:extLst>
          </p:cNvPr>
          <p:cNvSpPr>
            <a:spLocks noGrp="1"/>
          </p:cNvSpPr>
          <p:nvPr>
            <p:ph type="body" sz="quarter" idx="151"/>
          </p:nvPr>
        </p:nvSpPr>
        <p:spPr>
          <a:xfrm>
            <a:off x="4710510" y="2747965"/>
            <a:ext cx="24851951" cy="1706880"/>
          </a:xfrm>
          <a:prstGeom prst="rect">
            <a:avLst/>
          </a:prstGeom>
        </p:spPr>
        <p:txBody>
          <a:bodyPr anchor="ctr"/>
          <a:lstStyle>
            <a:lvl1pPr algn="l">
              <a:buFontTx/>
              <a:buNone/>
              <a:defRPr sz="4400">
                <a:solidFill>
                  <a:schemeClr val="bg1"/>
                </a:solidFill>
              </a:defRPr>
            </a:lvl1pPr>
            <a:lvl2pPr>
              <a:buFontTx/>
              <a:buNone/>
              <a:defRPr sz="6600"/>
            </a:lvl2pPr>
            <a:lvl3pPr>
              <a:buFontTx/>
              <a:buNone/>
              <a:defRPr sz="6600"/>
            </a:lvl3pPr>
            <a:lvl4pPr>
              <a:buFontTx/>
              <a:buNone/>
              <a:defRPr sz="6600"/>
            </a:lvl4pPr>
            <a:lvl5pPr>
              <a:buFontTx/>
              <a:buNone/>
              <a:defRPr sz="6600"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235718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BNL Wide-Center Teal V Post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13"/>
          <p:cNvSpPr>
            <a:spLocks noGrp="1"/>
          </p:cNvSpPr>
          <p:nvPr>
            <p:ph type="pic" sz="quarter" idx="152"/>
          </p:nvPr>
        </p:nvSpPr>
        <p:spPr>
          <a:xfrm>
            <a:off x="24724382" y="40360604"/>
            <a:ext cx="2200275" cy="3048000"/>
          </a:xfrm>
          <a:prstGeom prst="rect">
            <a:avLst/>
          </a:prstGeom>
          <a:noFill/>
          <a:ln>
            <a:noFill/>
          </a:ln>
          <a:effectLst/>
        </p:spPr>
        <p:txBody>
          <a:bodyPr lIns="91436" tIns="45717" rIns="91436" bIns="45717" anchor="ctr"/>
          <a:lstStyle>
            <a:lvl1pPr marL="0" indent="0" algn="ctr">
              <a:buNone/>
              <a:defRPr sz="3667" b="0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/>
              <a:t>Click icon to add picture</a:t>
            </a:r>
          </a:p>
        </p:txBody>
      </p:sp>
      <p:sp>
        <p:nvSpPr>
          <p:cNvPr id="8" name="Picture Placeholder 13"/>
          <p:cNvSpPr>
            <a:spLocks noGrp="1"/>
          </p:cNvSpPr>
          <p:nvPr>
            <p:ph type="pic" sz="quarter" idx="153"/>
          </p:nvPr>
        </p:nvSpPr>
        <p:spPr>
          <a:xfrm>
            <a:off x="8405676" y="40360604"/>
            <a:ext cx="2200275" cy="3048000"/>
          </a:xfrm>
          <a:prstGeom prst="rect">
            <a:avLst/>
          </a:prstGeom>
          <a:noFill/>
          <a:ln>
            <a:noFill/>
          </a:ln>
          <a:effectLst/>
        </p:spPr>
        <p:txBody>
          <a:bodyPr lIns="91436" tIns="45717" rIns="91436" bIns="45717" anchor="ctr"/>
          <a:lstStyle>
            <a:lvl1pPr marL="0" indent="0" algn="ctr">
              <a:buNone/>
              <a:defRPr sz="3667" b="0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/>
              <a:t>Click icon to add picture</a:t>
            </a:r>
          </a:p>
        </p:txBody>
      </p:sp>
      <p:sp>
        <p:nvSpPr>
          <p:cNvPr id="9" name="Picture Placeholder 13"/>
          <p:cNvSpPr>
            <a:spLocks noGrp="1"/>
          </p:cNvSpPr>
          <p:nvPr>
            <p:ph type="pic" sz="quarter" idx="154"/>
          </p:nvPr>
        </p:nvSpPr>
        <p:spPr>
          <a:xfrm>
            <a:off x="2966107" y="40360604"/>
            <a:ext cx="2200275" cy="3048000"/>
          </a:xfrm>
          <a:prstGeom prst="rect">
            <a:avLst/>
          </a:prstGeom>
          <a:noFill/>
          <a:ln>
            <a:noFill/>
          </a:ln>
          <a:effectLst/>
        </p:spPr>
        <p:txBody>
          <a:bodyPr lIns="91436" tIns="45717" rIns="91436" bIns="45717" anchor="ctr"/>
          <a:lstStyle>
            <a:lvl1pPr marL="0" indent="0" algn="ctr">
              <a:buNone/>
              <a:defRPr sz="3667" b="0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/>
              <a:t>Click icon to add picture</a:t>
            </a:r>
          </a:p>
        </p:txBody>
      </p:sp>
      <p:sp>
        <p:nvSpPr>
          <p:cNvPr id="10" name="Picture Placeholder 13"/>
          <p:cNvSpPr>
            <a:spLocks noGrp="1"/>
          </p:cNvSpPr>
          <p:nvPr>
            <p:ph type="pic" sz="quarter" idx="155"/>
          </p:nvPr>
        </p:nvSpPr>
        <p:spPr>
          <a:xfrm>
            <a:off x="19284813" y="40360604"/>
            <a:ext cx="2200275" cy="3048000"/>
          </a:xfrm>
          <a:prstGeom prst="rect">
            <a:avLst/>
          </a:prstGeom>
          <a:noFill/>
          <a:ln>
            <a:noFill/>
          </a:ln>
          <a:effectLst/>
        </p:spPr>
        <p:txBody>
          <a:bodyPr lIns="91436" tIns="45717" rIns="91436" bIns="45717" anchor="ctr"/>
          <a:lstStyle>
            <a:lvl1pPr marL="0" indent="0" algn="ctr">
              <a:buNone/>
              <a:defRPr sz="3667" b="0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/>
              <a:t>Click icon to add picture</a:t>
            </a:r>
          </a:p>
        </p:txBody>
      </p:sp>
      <p:sp>
        <p:nvSpPr>
          <p:cNvPr id="11" name="Picture Placeholder 13"/>
          <p:cNvSpPr>
            <a:spLocks noGrp="1"/>
          </p:cNvSpPr>
          <p:nvPr>
            <p:ph type="pic" sz="quarter" idx="156"/>
          </p:nvPr>
        </p:nvSpPr>
        <p:spPr>
          <a:xfrm>
            <a:off x="13845244" y="40360604"/>
            <a:ext cx="2200275" cy="3048000"/>
          </a:xfrm>
          <a:prstGeom prst="rect">
            <a:avLst/>
          </a:prstGeom>
          <a:noFill/>
          <a:ln>
            <a:noFill/>
          </a:ln>
          <a:effectLst/>
        </p:spPr>
        <p:txBody>
          <a:bodyPr lIns="91436" tIns="45717" rIns="91436" bIns="45717" anchor="ctr"/>
          <a:lstStyle>
            <a:lvl1pPr marL="0" indent="0" algn="ctr">
              <a:buNone/>
              <a:defRPr sz="3667" b="0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/>
              <a:t>Click icon to add picture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637151" y="9270396"/>
            <a:ext cx="6914059" cy="830975"/>
          </a:xfrm>
          <a:prstGeom prst="rect">
            <a:avLst/>
          </a:prstGeom>
        </p:spPr>
        <p:txBody>
          <a:bodyPr wrap="square" lIns="228589" tIns="228589" rIns="228589" bIns="228589">
            <a:spAutoFit/>
          </a:bodyPr>
          <a:lstStyle>
            <a:lvl1pPr marL="314321" indent="-314321">
              <a:buNone/>
              <a:defRPr sz="2200">
                <a:solidFill>
                  <a:srgbClr val="00313C"/>
                </a:solidFill>
                <a:latin typeface="+mn-lt"/>
              </a:defRPr>
            </a:lvl1pPr>
            <a:lvl2pPr marL="1362056" indent="-523867">
              <a:defRPr sz="2292">
                <a:latin typeface="Trebuchet MS" pitchFamily="34" charset="0"/>
              </a:defRPr>
            </a:lvl2pPr>
            <a:lvl3pPr marL="1885924" indent="-523867">
              <a:defRPr sz="2292">
                <a:latin typeface="Trebuchet MS" pitchFamily="34" charset="0"/>
              </a:defRPr>
            </a:lvl3pPr>
            <a:lvl4pPr marL="2462179" indent="-576255">
              <a:defRPr sz="2292">
                <a:latin typeface="Trebuchet MS" pitchFamily="34" charset="0"/>
              </a:defRPr>
            </a:lvl4pPr>
            <a:lvl5pPr marL="2881273" indent="-419094">
              <a:defRPr sz="2292">
                <a:latin typeface="Trebuchet MS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11"/>
          </p:nvPr>
        </p:nvSpPr>
        <p:spPr>
          <a:xfrm>
            <a:off x="634110" y="8033414"/>
            <a:ext cx="6908601" cy="891334"/>
          </a:xfrm>
          <a:prstGeom prst="rect">
            <a:avLst/>
          </a:prstGeom>
          <a:solidFill>
            <a:schemeClr val="accent1"/>
          </a:solidFill>
        </p:spPr>
        <p:txBody>
          <a:bodyPr lIns="182880" tIns="182880" rIns="182880" bIns="182880" anchor="ctr" anchorCtr="0">
            <a:spAutoFit/>
          </a:bodyPr>
          <a:lstStyle>
            <a:lvl1pPr algn="ctr">
              <a:buNone/>
              <a:defRPr sz="3392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19"/>
          </p:nvPr>
        </p:nvSpPr>
        <p:spPr>
          <a:xfrm>
            <a:off x="620537" y="20640400"/>
            <a:ext cx="6915150" cy="830975"/>
          </a:xfrm>
          <a:prstGeom prst="rect">
            <a:avLst/>
          </a:prstGeom>
        </p:spPr>
        <p:txBody>
          <a:bodyPr wrap="square" lIns="228589" tIns="228589" rIns="228589" bIns="228589">
            <a:spAutoFit/>
          </a:bodyPr>
          <a:lstStyle>
            <a:lvl1pPr marL="314321" indent="-314321">
              <a:buNone/>
              <a:defRPr sz="2200">
                <a:solidFill>
                  <a:srgbClr val="00313C"/>
                </a:solidFill>
                <a:latin typeface="+mn-lt"/>
              </a:defRPr>
            </a:lvl1pPr>
            <a:lvl2pPr marL="1362056" indent="-523867">
              <a:defRPr sz="2292">
                <a:latin typeface="Trebuchet MS" pitchFamily="34" charset="0"/>
              </a:defRPr>
            </a:lvl2pPr>
            <a:lvl3pPr marL="1885924" indent="-523867">
              <a:defRPr sz="2292">
                <a:latin typeface="Trebuchet MS" pitchFamily="34" charset="0"/>
              </a:defRPr>
            </a:lvl3pPr>
            <a:lvl4pPr marL="2462179" indent="-576255">
              <a:defRPr sz="2292">
                <a:latin typeface="Trebuchet MS" pitchFamily="34" charset="0"/>
              </a:defRPr>
            </a:lvl4pPr>
            <a:lvl5pPr marL="2881273" indent="-419094">
              <a:defRPr sz="2292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20"/>
          </p:nvPr>
        </p:nvSpPr>
        <p:spPr>
          <a:xfrm>
            <a:off x="634108" y="19386724"/>
            <a:ext cx="6909693" cy="891334"/>
          </a:xfrm>
          <a:prstGeom prst="rect">
            <a:avLst/>
          </a:prstGeom>
          <a:solidFill>
            <a:schemeClr val="accent1"/>
          </a:solidFill>
        </p:spPr>
        <p:txBody>
          <a:bodyPr wrap="square" lIns="182880" tIns="182880" rIns="182880" bIns="182880" anchor="ctr" anchorCtr="0">
            <a:spAutoFit/>
          </a:bodyPr>
          <a:lstStyle>
            <a:lvl1pPr algn="ctr">
              <a:buNone/>
              <a:defRPr sz="3392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8003043" y="9270396"/>
            <a:ext cx="14141350" cy="830975"/>
          </a:xfrm>
          <a:prstGeom prst="rect">
            <a:avLst/>
          </a:prstGeom>
        </p:spPr>
        <p:txBody>
          <a:bodyPr wrap="square" lIns="228589" tIns="228589" rIns="228589" bIns="228589">
            <a:spAutoFit/>
          </a:bodyPr>
          <a:lstStyle>
            <a:lvl1pPr marL="314321" indent="-314321">
              <a:buNone/>
              <a:defRPr sz="2200">
                <a:solidFill>
                  <a:srgbClr val="00313C"/>
                </a:solidFill>
                <a:latin typeface="+mn-lt"/>
              </a:defRPr>
            </a:lvl1pPr>
            <a:lvl2pPr marL="1362056" indent="-523867">
              <a:defRPr sz="2292">
                <a:latin typeface="Trebuchet MS" pitchFamily="34" charset="0"/>
              </a:defRPr>
            </a:lvl2pPr>
            <a:lvl3pPr marL="1885924" indent="-523867">
              <a:defRPr sz="2292">
                <a:latin typeface="Trebuchet MS" pitchFamily="34" charset="0"/>
              </a:defRPr>
            </a:lvl3pPr>
            <a:lvl4pPr marL="2462179" indent="-576255">
              <a:defRPr sz="2292">
                <a:latin typeface="Trebuchet MS" pitchFamily="34" charset="0"/>
              </a:defRPr>
            </a:lvl4pPr>
            <a:lvl5pPr marL="2881273" indent="-419094">
              <a:defRPr sz="2292">
                <a:latin typeface="Trebuchet MS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7987520" y="8033414"/>
            <a:ext cx="14138924" cy="891334"/>
          </a:xfrm>
          <a:prstGeom prst="rect">
            <a:avLst/>
          </a:prstGeom>
          <a:solidFill>
            <a:schemeClr val="accent1"/>
          </a:solidFill>
        </p:spPr>
        <p:txBody>
          <a:bodyPr wrap="square" lIns="182880" tIns="182880" rIns="182880" bIns="182880" anchor="ctr" anchorCtr="0">
            <a:spAutoFit/>
          </a:bodyPr>
          <a:lstStyle>
            <a:lvl1pPr algn="ctr">
              <a:buNone/>
              <a:defRPr sz="3392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3"/>
          <p:cNvSpPr>
            <a:spLocks noGrp="1"/>
          </p:cNvSpPr>
          <p:nvPr>
            <p:ph type="body" sz="quarter" idx="23"/>
          </p:nvPr>
        </p:nvSpPr>
        <p:spPr>
          <a:xfrm>
            <a:off x="8018563" y="20640400"/>
            <a:ext cx="14110306" cy="830975"/>
          </a:xfrm>
          <a:prstGeom prst="rect">
            <a:avLst/>
          </a:prstGeom>
        </p:spPr>
        <p:txBody>
          <a:bodyPr wrap="square" lIns="228589" tIns="228589" rIns="228589" bIns="228589">
            <a:spAutoFit/>
          </a:bodyPr>
          <a:lstStyle>
            <a:lvl1pPr marL="314321" indent="-314321">
              <a:buNone/>
              <a:defRPr sz="2200">
                <a:solidFill>
                  <a:srgbClr val="00313C"/>
                </a:solidFill>
                <a:latin typeface="+mn-lt"/>
              </a:defRPr>
            </a:lvl1pPr>
            <a:lvl2pPr marL="1362056" indent="-523867">
              <a:defRPr sz="2292">
                <a:latin typeface="Trebuchet MS" pitchFamily="34" charset="0"/>
              </a:defRPr>
            </a:lvl2pPr>
            <a:lvl3pPr marL="1885924" indent="-523867">
              <a:defRPr sz="2292">
                <a:latin typeface="Trebuchet MS" pitchFamily="34" charset="0"/>
              </a:defRPr>
            </a:lvl3pPr>
            <a:lvl4pPr marL="2462179" indent="-576255">
              <a:defRPr sz="2292">
                <a:latin typeface="Trebuchet MS" pitchFamily="34" charset="0"/>
              </a:defRPr>
            </a:lvl4pPr>
            <a:lvl5pPr marL="2881273" indent="-419094">
              <a:defRPr sz="2292">
                <a:latin typeface="Trebuchet MS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8003042" y="19386974"/>
            <a:ext cx="14141351" cy="891334"/>
          </a:xfrm>
          <a:prstGeom prst="rect">
            <a:avLst/>
          </a:prstGeom>
          <a:solidFill>
            <a:schemeClr val="accent1"/>
          </a:solidFill>
        </p:spPr>
        <p:txBody>
          <a:bodyPr wrap="square" lIns="182880" tIns="182880" rIns="182880" bIns="182880" anchor="ctr" anchorCtr="0">
            <a:spAutoFit/>
          </a:bodyPr>
          <a:lstStyle>
            <a:lvl1pPr algn="ctr">
              <a:buNone/>
              <a:defRPr sz="3392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7987519" y="31520560"/>
            <a:ext cx="14141350" cy="891334"/>
          </a:xfrm>
          <a:prstGeom prst="rect">
            <a:avLst/>
          </a:prstGeom>
          <a:solidFill>
            <a:schemeClr val="accent1"/>
          </a:solidFill>
        </p:spPr>
        <p:txBody>
          <a:bodyPr wrap="square" lIns="182880" tIns="182880" rIns="182880" bIns="182880" anchor="ctr" anchorCtr="0">
            <a:spAutoFit/>
          </a:bodyPr>
          <a:lstStyle>
            <a:lvl1pPr algn="ctr">
              <a:buNone/>
              <a:defRPr sz="3392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3"/>
          <p:cNvSpPr>
            <a:spLocks noGrp="1"/>
          </p:cNvSpPr>
          <p:nvPr>
            <p:ph type="body" sz="quarter" idx="26"/>
          </p:nvPr>
        </p:nvSpPr>
        <p:spPr>
          <a:xfrm>
            <a:off x="8003041" y="32803875"/>
            <a:ext cx="14141350" cy="830975"/>
          </a:xfrm>
          <a:prstGeom prst="rect">
            <a:avLst/>
          </a:prstGeom>
        </p:spPr>
        <p:txBody>
          <a:bodyPr wrap="square" lIns="228589" tIns="228589" rIns="228589" bIns="228589">
            <a:spAutoFit/>
          </a:bodyPr>
          <a:lstStyle>
            <a:lvl1pPr marL="314321" indent="-314321">
              <a:buNone/>
              <a:defRPr sz="2200">
                <a:solidFill>
                  <a:srgbClr val="00313C"/>
                </a:solidFill>
                <a:latin typeface="+mn-lt"/>
              </a:defRPr>
            </a:lvl1pPr>
            <a:lvl2pPr marL="1362056" indent="-523867">
              <a:defRPr sz="2292">
                <a:latin typeface="Trebuchet MS" pitchFamily="34" charset="0"/>
              </a:defRPr>
            </a:lvl2pPr>
            <a:lvl3pPr marL="1885924" indent="-523867">
              <a:defRPr sz="2292">
                <a:latin typeface="Trebuchet MS" pitchFamily="34" charset="0"/>
              </a:defRPr>
            </a:lvl3pPr>
            <a:lvl4pPr marL="2462179" indent="-576255">
              <a:defRPr sz="2292">
                <a:latin typeface="Trebuchet MS" pitchFamily="34" charset="0"/>
              </a:defRPr>
            </a:lvl4pPr>
            <a:lvl5pPr marL="2881273" indent="-419094">
              <a:defRPr sz="2292">
                <a:latin typeface="Trebuchet MS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27"/>
          </p:nvPr>
        </p:nvSpPr>
        <p:spPr>
          <a:xfrm>
            <a:off x="22631853" y="8033414"/>
            <a:ext cx="6907325" cy="891334"/>
          </a:xfrm>
          <a:prstGeom prst="rect">
            <a:avLst/>
          </a:prstGeom>
          <a:solidFill>
            <a:schemeClr val="accent1"/>
          </a:solidFill>
        </p:spPr>
        <p:txBody>
          <a:bodyPr wrap="square" lIns="182880" tIns="182880" rIns="182880" bIns="182880" anchor="ctr" anchorCtr="0">
            <a:spAutoFit/>
          </a:bodyPr>
          <a:lstStyle>
            <a:lvl1pPr algn="ctr">
              <a:buNone/>
              <a:defRPr sz="3392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3"/>
          <p:cNvSpPr>
            <a:spLocks noGrp="1"/>
          </p:cNvSpPr>
          <p:nvPr>
            <p:ph type="body" sz="quarter" idx="28"/>
          </p:nvPr>
        </p:nvSpPr>
        <p:spPr>
          <a:xfrm>
            <a:off x="22645858" y="9270396"/>
            <a:ext cx="6915244" cy="830975"/>
          </a:xfrm>
          <a:prstGeom prst="rect">
            <a:avLst/>
          </a:prstGeom>
        </p:spPr>
        <p:txBody>
          <a:bodyPr wrap="square" lIns="228589" tIns="228589" rIns="228589" bIns="228589">
            <a:spAutoFit/>
          </a:bodyPr>
          <a:lstStyle>
            <a:lvl1pPr marL="314321" indent="-314321">
              <a:buNone/>
              <a:defRPr sz="2200">
                <a:solidFill>
                  <a:srgbClr val="00313C"/>
                </a:solidFill>
                <a:latin typeface="+mn-lt"/>
              </a:defRPr>
            </a:lvl1pPr>
            <a:lvl2pPr marL="1362056" indent="-523867">
              <a:defRPr sz="2292">
                <a:latin typeface="Trebuchet MS" pitchFamily="34" charset="0"/>
              </a:defRPr>
            </a:lvl2pPr>
            <a:lvl3pPr marL="1885924" indent="-523867">
              <a:defRPr sz="2292">
                <a:latin typeface="Trebuchet MS" pitchFamily="34" charset="0"/>
              </a:defRPr>
            </a:lvl3pPr>
            <a:lvl4pPr marL="2462179" indent="-576255">
              <a:defRPr sz="2292">
                <a:latin typeface="Trebuchet MS" pitchFamily="34" charset="0"/>
              </a:defRPr>
            </a:lvl4pPr>
            <a:lvl5pPr marL="2881273" indent="-419094">
              <a:defRPr sz="2292">
                <a:latin typeface="Trebuchet MS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22635765" y="31520560"/>
            <a:ext cx="6907325" cy="891334"/>
          </a:xfrm>
          <a:prstGeom prst="rect">
            <a:avLst/>
          </a:prstGeom>
          <a:solidFill>
            <a:schemeClr val="accent1"/>
          </a:solidFill>
        </p:spPr>
        <p:txBody>
          <a:bodyPr wrap="square" lIns="182880" tIns="182880" rIns="182880" bIns="182880" anchor="ctr" anchorCtr="0">
            <a:spAutoFit/>
          </a:bodyPr>
          <a:lstStyle>
            <a:lvl1pPr algn="ctr">
              <a:buNone/>
              <a:defRPr sz="3392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3"/>
          <p:cNvSpPr>
            <a:spLocks noGrp="1"/>
          </p:cNvSpPr>
          <p:nvPr>
            <p:ph type="body" sz="quarter" idx="30"/>
          </p:nvPr>
        </p:nvSpPr>
        <p:spPr>
          <a:xfrm>
            <a:off x="22635766" y="32803875"/>
            <a:ext cx="6910785" cy="830975"/>
          </a:xfrm>
          <a:prstGeom prst="rect">
            <a:avLst/>
          </a:prstGeom>
        </p:spPr>
        <p:txBody>
          <a:bodyPr wrap="square" lIns="228589" tIns="228589" rIns="228589" bIns="228589">
            <a:spAutoFit/>
          </a:bodyPr>
          <a:lstStyle>
            <a:lvl1pPr marL="314321" indent="-314321">
              <a:buNone/>
              <a:defRPr sz="2200">
                <a:solidFill>
                  <a:srgbClr val="00313C"/>
                </a:solidFill>
                <a:latin typeface="+mn-lt"/>
              </a:defRPr>
            </a:lvl1pPr>
            <a:lvl2pPr marL="1362056" indent="-523867">
              <a:defRPr sz="2292">
                <a:latin typeface="Trebuchet MS" pitchFamily="34" charset="0"/>
              </a:defRPr>
            </a:lvl2pPr>
            <a:lvl3pPr marL="1885924" indent="-523867">
              <a:defRPr sz="2292">
                <a:latin typeface="Trebuchet MS" pitchFamily="34" charset="0"/>
              </a:defRPr>
            </a:lvl3pPr>
            <a:lvl4pPr marL="2462179" indent="-576255">
              <a:defRPr sz="2292">
                <a:latin typeface="Trebuchet MS" pitchFamily="34" charset="0"/>
              </a:defRPr>
            </a:lvl4pPr>
            <a:lvl5pPr marL="2881273" indent="-419094">
              <a:defRPr sz="2292">
                <a:latin typeface="Trebuchet MS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157"/>
          </p:nvPr>
        </p:nvSpPr>
        <p:spPr>
          <a:xfrm>
            <a:off x="22635765" y="19387224"/>
            <a:ext cx="6907325" cy="891334"/>
          </a:xfrm>
          <a:prstGeom prst="rect">
            <a:avLst/>
          </a:prstGeom>
          <a:solidFill>
            <a:schemeClr val="accent1"/>
          </a:solidFill>
        </p:spPr>
        <p:txBody>
          <a:bodyPr wrap="square" lIns="182880" tIns="182880" rIns="182880" bIns="182880" anchor="ctr" anchorCtr="0">
            <a:spAutoFit/>
          </a:bodyPr>
          <a:lstStyle>
            <a:lvl1pPr algn="ctr">
              <a:buNone/>
              <a:defRPr sz="3392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3"/>
          <p:cNvSpPr>
            <a:spLocks noGrp="1"/>
          </p:cNvSpPr>
          <p:nvPr>
            <p:ph type="body" sz="quarter" idx="158"/>
          </p:nvPr>
        </p:nvSpPr>
        <p:spPr>
          <a:xfrm>
            <a:off x="22635766" y="20683712"/>
            <a:ext cx="6910785" cy="830975"/>
          </a:xfrm>
          <a:prstGeom prst="rect">
            <a:avLst/>
          </a:prstGeom>
        </p:spPr>
        <p:txBody>
          <a:bodyPr wrap="square" lIns="228589" tIns="228589" rIns="228589" bIns="228589">
            <a:spAutoFit/>
          </a:bodyPr>
          <a:lstStyle>
            <a:lvl1pPr marL="314321" indent="-314321">
              <a:buNone/>
              <a:defRPr sz="2200">
                <a:solidFill>
                  <a:srgbClr val="00313C"/>
                </a:solidFill>
                <a:latin typeface="+mn-lt"/>
              </a:defRPr>
            </a:lvl1pPr>
            <a:lvl2pPr marL="1362056" indent="-523867">
              <a:defRPr sz="2292">
                <a:latin typeface="Trebuchet MS" pitchFamily="34" charset="0"/>
              </a:defRPr>
            </a:lvl2pPr>
            <a:lvl3pPr marL="1885924" indent="-523867">
              <a:defRPr sz="2292">
                <a:latin typeface="Trebuchet MS" pitchFamily="34" charset="0"/>
              </a:defRPr>
            </a:lvl3pPr>
            <a:lvl4pPr marL="2462179" indent="-576255">
              <a:defRPr sz="2292">
                <a:latin typeface="Trebuchet MS" pitchFamily="34" charset="0"/>
              </a:defRPr>
            </a:lvl4pPr>
            <a:lvl5pPr marL="2881273" indent="-419094">
              <a:defRPr sz="2292">
                <a:latin typeface="Trebuchet MS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30" name="Picture 7" descr="DOE_Office_Science_white.png">
            <a:extLst>
              <a:ext uri="{FF2B5EF4-FFF2-40B4-BE49-F238E27FC236}">
                <a16:creationId xmlns:a16="http://schemas.microsoft.com/office/drawing/2014/main" id="{673D2F0C-F6F5-6248-BDB0-9E97955C1A0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706"/>
          <a:stretch>
            <a:fillRect/>
          </a:stretch>
        </p:blipFill>
        <p:spPr bwMode="auto">
          <a:xfrm>
            <a:off x="634108" y="4748670"/>
            <a:ext cx="3684588" cy="1431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8" name="Title 1">
            <a:extLst>
              <a:ext uri="{FF2B5EF4-FFF2-40B4-BE49-F238E27FC236}">
                <a16:creationId xmlns:a16="http://schemas.microsoft.com/office/drawing/2014/main" id="{AF769A21-1E1B-5D41-9374-BC9F764E39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0510" y="766763"/>
            <a:ext cx="24851952" cy="1930400"/>
          </a:xfrm>
          <a:prstGeom prst="rect">
            <a:avLst/>
          </a:prstGeom>
        </p:spPr>
        <p:txBody>
          <a:bodyPr lIns="91436" tIns="45717" rIns="91436" bIns="45717" anchor="ctr" anchorCtr="0"/>
          <a:lstStyle>
            <a:lvl1pPr algn="l">
              <a:defRPr sz="55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9" name="Text Placeholder 76">
            <a:extLst>
              <a:ext uri="{FF2B5EF4-FFF2-40B4-BE49-F238E27FC236}">
                <a16:creationId xmlns:a16="http://schemas.microsoft.com/office/drawing/2014/main" id="{A862EA06-82BC-F041-A292-2A7AD8949C57}"/>
              </a:ext>
            </a:extLst>
          </p:cNvPr>
          <p:cNvSpPr>
            <a:spLocks noGrp="1"/>
          </p:cNvSpPr>
          <p:nvPr>
            <p:ph type="body" sz="quarter" idx="150"/>
          </p:nvPr>
        </p:nvSpPr>
        <p:spPr>
          <a:xfrm>
            <a:off x="4710511" y="4454845"/>
            <a:ext cx="24851950" cy="1706880"/>
          </a:xfrm>
          <a:prstGeom prst="rect">
            <a:avLst/>
          </a:prstGeom>
        </p:spPr>
        <p:txBody>
          <a:bodyPr anchor="ctr"/>
          <a:lstStyle>
            <a:lvl1pPr algn="l">
              <a:buFontTx/>
              <a:buNone/>
              <a:defRPr sz="3300">
                <a:solidFill>
                  <a:schemeClr val="bg1"/>
                </a:solidFill>
                <a:latin typeface="+mj-lt"/>
              </a:defRPr>
            </a:lvl1pPr>
            <a:lvl2pPr>
              <a:buFontTx/>
              <a:buNone/>
              <a:defRPr sz="6600"/>
            </a:lvl2pPr>
            <a:lvl3pPr>
              <a:buFontTx/>
              <a:buNone/>
              <a:defRPr sz="6600"/>
            </a:lvl3pPr>
            <a:lvl4pPr>
              <a:buFontTx/>
              <a:buNone/>
              <a:defRPr sz="6600"/>
            </a:lvl4pPr>
            <a:lvl5pPr>
              <a:buFontTx/>
              <a:buNone/>
              <a:defRPr sz="6600"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1" name="Text Placeholder 76">
            <a:extLst>
              <a:ext uri="{FF2B5EF4-FFF2-40B4-BE49-F238E27FC236}">
                <a16:creationId xmlns:a16="http://schemas.microsoft.com/office/drawing/2014/main" id="{DEC750F6-9F0B-DD42-A794-C0A74EA3561F}"/>
              </a:ext>
            </a:extLst>
          </p:cNvPr>
          <p:cNvSpPr>
            <a:spLocks noGrp="1"/>
          </p:cNvSpPr>
          <p:nvPr>
            <p:ph type="body" sz="quarter" idx="151"/>
          </p:nvPr>
        </p:nvSpPr>
        <p:spPr>
          <a:xfrm>
            <a:off x="4710510" y="2747965"/>
            <a:ext cx="24851951" cy="1706880"/>
          </a:xfrm>
          <a:prstGeom prst="rect">
            <a:avLst/>
          </a:prstGeom>
        </p:spPr>
        <p:txBody>
          <a:bodyPr anchor="ctr"/>
          <a:lstStyle>
            <a:lvl1pPr algn="l">
              <a:buFontTx/>
              <a:buNone/>
              <a:defRPr sz="4400">
                <a:solidFill>
                  <a:schemeClr val="bg1"/>
                </a:solidFill>
              </a:defRPr>
            </a:lvl1pPr>
            <a:lvl2pPr>
              <a:buFontTx/>
              <a:buNone/>
              <a:defRPr sz="6600"/>
            </a:lvl2pPr>
            <a:lvl3pPr>
              <a:buFontTx/>
              <a:buNone/>
              <a:defRPr sz="6600"/>
            </a:lvl3pPr>
            <a:lvl4pPr>
              <a:buFontTx/>
              <a:buNone/>
              <a:defRPr sz="6600"/>
            </a:lvl4pPr>
            <a:lvl5pPr>
              <a:buFontTx/>
              <a:buNone/>
              <a:defRPr sz="6600"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697079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BNL Right-Highlight Teal V Po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621629" y="9236529"/>
            <a:ext cx="6914059" cy="830975"/>
          </a:xfrm>
          <a:prstGeom prst="rect">
            <a:avLst/>
          </a:prstGeom>
        </p:spPr>
        <p:txBody>
          <a:bodyPr wrap="square" lIns="228589" tIns="228589" rIns="228589" bIns="228589">
            <a:spAutoFit/>
          </a:bodyPr>
          <a:lstStyle>
            <a:lvl1pPr marL="314321" indent="-314321">
              <a:buNone/>
              <a:defRPr sz="2200">
                <a:solidFill>
                  <a:srgbClr val="00313C"/>
                </a:solidFill>
                <a:latin typeface="+mn-lt"/>
              </a:defRPr>
            </a:lvl1pPr>
            <a:lvl2pPr marL="1362056" indent="-523867">
              <a:defRPr sz="2292">
                <a:latin typeface="Trebuchet MS" pitchFamily="34" charset="0"/>
              </a:defRPr>
            </a:lvl2pPr>
            <a:lvl3pPr marL="1885924" indent="-523867">
              <a:defRPr sz="2292">
                <a:latin typeface="Trebuchet MS" pitchFamily="34" charset="0"/>
              </a:defRPr>
            </a:lvl3pPr>
            <a:lvl4pPr marL="2462179" indent="-576255">
              <a:defRPr sz="2292">
                <a:latin typeface="Trebuchet MS" pitchFamily="34" charset="0"/>
              </a:defRPr>
            </a:lvl4pPr>
            <a:lvl5pPr marL="2881273" indent="-419094">
              <a:defRPr sz="2292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1"/>
          </p:nvPr>
        </p:nvSpPr>
        <p:spPr>
          <a:xfrm>
            <a:off x="634110" y="8033413"/>
            <a:ext cx="6908601" cy="891334"/>
          </a:xfrm>
          <a:prstGeom prst="rect">
            <a:avLst/>
          </a:prstGeom>
          <a:solidFill>
            <a:schemeClr val="accent1"/>
          </a:solidFill>
        </p:spPr>
        <p:txBody>
          <a:bodyPr lIns="182880" tIns="182880" rIns="182880" bIns="182880" anchor="ctr" anchorCtr="0">
            <a:spAutoFit/>
          </a:bodyPr>
          <a:lstStyle>
            <a:lvl1pPr algn="ctr">
              <a:buNone/>
              <a:defRPr sz="3392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quarter" idx="19"/>
          </p:nvPr>
        </p:nvSpPr>
        <p:spPr>
          <a:xfrm>
            <a:off x="620537" y="20647924"/>
            <a:ext cx="6915150" cy="830975"/>
          </a:xfrm>
          <a:prstGeom prst="rect">
            <a:avLst/>
          </a:prstGeom>
        </p:spPr>
        <p:txBody>
          <a:bodyPr wrap="square" lIns="228589" tIns="228589" rIns="228589" bIns="228589">
            <a:spAutoFit/>
          </a:bodyPr>
          <a:lstStyle>
            <a:lvl1pPr marL="314321" indent="-314321">
              <a:buNone/>
              <a:defRPr sz="2200">
                <a:solidFill>
                  <a:srgbClr val="00313C"/>
                </a:solidFill>
                <a:latin typeface="+mn-lt"/>
              </a:defRPr>
            </a:lvl1pPr>
            <a:lvl2pPr marL="1362056" indent="-523867">
              <a:defRPr sz="2292">
                <a:latin typeface="Trebuchet MS" pitchFamily="34" charset="0"/>
              </a:defRPr>
            </a:lvl2pPr>
            <a:lvl3pPr marL="1885924" indent="-523867">
              <a:defRPr sz="2292">
                <a:latin typeface="Trebuchet MS" pitchFamily="34" charset="0"/>
              </a:defRPr>
            </a:lvl3pPr>
            <a:lvl4pPr marL="2462179" indent="-576255">
              <a:defRPr sz="2292">
                <a:latin typeface="Trebuchet MS" pitchFamily="34" charset="0"/>
              </a:defRPr>
            </a:lvl4pPr>
            <a:lvl5pPr marL="2881273" indent="-419094">
              <a:defRPr sz="2292">
                <a:latin typeface="Trebuchet MS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20"/>
          </p:nvPr>
        </p:nvSpPr>
        <p:spPr>
          <a:xfrm>
            <a:off x="634108" y="19386724"/>
            <a:ext cx="6909693" cy="891334"/>
          </a:xfrm>
          <a:prstGeom prst="rect">
            <a:avLst/>
          </a:prstGeom>
          <a:solidFill>
            <a:schemeClr val="accent1"/>
          </a:solidFill>
        </p:spPr>
        <p:txBody>
          <a:bodyPr wrap="square" lIns="182880" tIns="182880" rIns="182880" bIns="182880" anchor="ctr" anchorCtr="0">
            <a:spAutoFit/>
          </a:bodyPr>
          <a:lstStyle>
            <a:lvl1pPr algn="ctr">
              <a:buNone/>
              <a:defRPr sz="3392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8018565" y="9236529"/>
            <a:ext cx="14141350" cy="830975"/>
          </a:xfrm>
          <a:prstGeom prst="rect">
            <a:avLst/>
          </a:prstGeom>
        </p:spPr>
        <p:txBody>
          <a:bodyPr wrap="square" lIns="228589" tIns="228589" rIns="228589" bIns="228589">
            <a:spAutoFit/>
          </a:bodyPr>
          <a:lstStyle>
            <a:lvl1pPr marL="314321" indent="-314321">
              <a:buNone/>
              <a:defRPr sz="2200">
                <a:solidFill>
                  <a:srgbClr val="00313C"/>
                </a:solidFill>
                <a:latin typeface="+mn-lt"/>
              </a:defRPr>
            </a:lvl1pPr>
            <a:lvl2pPr marL="1362056" indent="-523867">
              <a:defRPr sz="2292">
                <a:latin typeface="Trebuchet MS" pitchFamily="34" charset="0"/>
              </a:defRPr>
            </a:lvl2pPr>
            <a:lvl3pPr marL="1885924" indent="-523867">
              <a:defRPr sz="2292">
                <a:latin typeface="Trebuchet MS" pitchFamily="34" charset="0"/>
              </a:defRPr>
            </a:lvl3pPr>
            <a:lvl4pPr marL="2462179" indent="-576255">
              <a:defRPr sz="2292">
                <a:latin typeface="Trebuchet MS" pitchFamily="34" charset="0"/>
              </a:defRPr>
            </a:lvl4pPr>
            <a:lvl5pPr marL="2881273" indent="-419094">
              <a:defRPr sz="2292">
                <a:latin typeface="Trebuchet MS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8018563" y="8033413"/>
            <a:ext cx="14141353" cy="891334"/>
          </a:xfrm>
          <a:prstGeom prst="rect">
            <a:avLst/>
          </a:prstGeom>
          <a:solidFill>
            <a:schemeClr val="accent1"/>
          </a:solidFill>
        </p:spPr>
        <p:txBody>
          <a:bodyPr wrap="square" lIns="182880" tIns="182880" rIns="182880" bIns="182880" anchor="ctr" anchorCtr="0">
            <a:spAutoFit/>
          </a:bodyPr>
          <a:lstStyle>
            <a:lvl1pPr algn="ctr">
              <a:buNone/>
              <a:defRPr sz="3392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3"/>
          <p:cNvSpPr>
            <a:spLocks noGrp="1"/>
          </p:cNvSpPr>
          <p:nvPr>
            <p:ph type="body" sz="quarter" idx="23"/>
          </p:nvPr>
        </p:nvSpPr>
        <p:spPr>
          <a:xfrm>
            <a:off x="8018563" y="20647924"/>
            <a:ext cx="14141350" cy="830975"/>
          </a:xfrm>
          <a:prstGeom prst="rect">
            <a:avLst/>
          </a:prstGeom>
        </p:spPr>
        <p:txBody>
          <a:bodyPr wrap="square" lIns="228589" tIns="228589" rIns="228589" bIns="228589">
            <a:spAutoFit/>
          </a:bodyPr>
          <a:lstStyle>
            <a:lvl1pPr marL="314321" indent="-314321">
              <a:buNone/>
              <a:defRPr sz="2200">
                <a:solidFill>
                  <a:srgbClr val="00313C"/>
                </a:solidFill>
                <a:latin typeface="+mn-lt"/>
              </a:defRPr>
            </a:lvl1pPr>
            <a:lvl2pPr marL="1362056" indent="-523867">
              <a:defRPr sz="2292">
                <a:latin typeface="Trebuchet MS" pitchFamily="34" charset="0"/>
              </a:defRPr>
            </a:lvl2pPr>
            <a:lvl3pPr marL="1885924" indent="-523867">
              <a:defRPr sz="2292">
                <a:latin typeface="Trebuchet MS" pitchFamily="34" charset="0"/>
              </a:defRPr>
            </a:lvl3pPr>
            <a:lvl4pPr marL="2462179" indent="-576255">
              <a:defRPr sz="2292">
                <a:latin typeface="Trebuchet MS" pitchFamily="34" charset="0"/>
              </a:defRPr>
            </a:lvl4pPr>
            <a:lvl5pPr marL="2881273" indent="-419094">
              <a:defRPr sz="2292">
                <a:latin typeface="Trebuchet MS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8018563" y="19386724"/>
            <a:ext cx="14141353" cy="891334"/>
          </a:xfrm>
          <a:prstGeom prst="rect">
            <a:avLst/>
          </a:prstGeom>
          <a:solidFill>
            <a:schemeClr val="accent1"/>
          </a:solidFill>
        </p:spPr>
        <p:txBody>
          <a:bodyPr wrap="square" lIns="182880" tIns="182880" rIns="182880" bIns="182880" anchor="ctr" anchorCtr="0">
            <a:spAutoFit/>
          </a:bodyPr>
          <a:lstStyle>
            <a:lvl1pPr algn="ctr">
              <a:buNone/>
              <a:defRPr sz="3392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8018563" y="31520560"/>
            <a:ext cx="14141350" cy="891334"/>
          </a:xfrm>
          <a:prstGeom prst="rect">
            <a:avLst/>
          </a:prstGeom>
          <a:solidFill>
            <a:schemeClr val="accent1"/>
          </a:solidFill>
        </p:spPr>
        <p:txBody>
          <a:bodyPr wrap="square" lIns="182880" tIns="182880" rIns="182880" bIns="182880" anchor="ctr" anchorCtr="0">
            <a:spAutoFit/>
          </a:bodyPr>
          <a:lstStyle>
            <a:lvl1pPr algn="ctr">
              <a:buNone/>
              <a:defRPr sz="3392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3"/>
          <p:cNvSpPr>
            <a:spLocks noGrp="1"/>
          </p:cNvSpPr>
          <p:nvPr>
            <p:ph type="body" sz="quarter" idx="26"/>
          </p:nvPr>
        </p:nvSpPr>
        <p:spPr>
          <a:xfrm>
            <a:off x="8018563" y="32709801"/>
            <a:ext cx="14141350" cy="830975"/>
          </a:xfrm>
          <a:prstGeom prst="rect">
            <a:avLst/>
          </a:prstGeom>
        </p:spPr>
        <p:txBody>
          <a:bodyPr wrap="square" lIns="228589" tIns="228589" rIns="228589" bIns="228589">
            <a:spAutoFit/>
          </a:bodyPr>
          <a:lstStyle>
            <a:lvl1pPr marL="314321" indent="-314321">
              <a:buNone/>
              <a:defRPr sz="2200">
                <a:solidFill>
                  <a:srgbClr val="00313C"/>
                </a:solidFill>
                <a:latin typeface="+mn-lt"/>
              </a:defRPr>
            </a:lvl1pPr>
            <a:lvl2pPr marL="1362056" indent="-523867">
              <a:defRPr sz="2292">
                <a:latin typeface="Trebuchet MS" pitchFamily="34" charset="0"/>
              </a:defRPr>
            </a:lvl2pPr>
            <a:lvl3pPr marL="1885924" indent="-523867">
              <a:defRPr sz="2292">
                <a:latin typeface="Trebuchet MS" pitchFamily="34" charset="0"/>
              </a:defRPr>
            </a:lvl3pPr>
            <a:lvl4pPr marL="2462179" indent="-576255">
              <a:defRPr sz="2292">
                <a:latin typeface="Trebuchet MS" pitchFamily="34" charset="0"/>
              </a:defRPr>
            </a:lvl4pPr>
            <a:lvl5pPr marL="2881273" indent="-419094">
              <a:defRPr sz="2292">
                <a:latin typeface="Trebuchet MS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7"/>
          </p:nvPr>
        </p:nvSpPr>
        <p:spPr>
          <a:xfrm>
            <a:off x="22631853" y="8033413"/>
            <a:ext cx="6907325" cy="891334"/>
          </a:xfrm>
          <a:prstGeom prst="rect">
            <a:avLst/>
          </a:prstGeom>
          <a:solidFill>
            <a:schemeClr val="accent1"/>
          </a:solidFill>
        </p:spPr>
        <p:txBody>
          <a:bodyPr wrap="square" lIns="182880" tIns="182880" rIns="182880" bIns="182880" anchor="ctr" anchorCtr="0">
            <a:spAutoFit/>
          </a:bodyPr>
          <a:lstStyle>
            <a:lvl1pPr algn="ctr">
              <a:buNone/>
              <a:defRPr sz="3392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"/>
          <p:cNvSpPr>
            <a:spLocks noGrp="1"/>
          </p:cNvSpPr>
          <p:nvPr>
            <p:ph type="body" sz="quarter" idx="28"/>
          </p:nvPr>
        </p:nvSpPr>
        <p:spPr>
          <a:xfrm>
            <a:off x="22645858" y="9236529"/>
            <a:ext cx="6850535" cy="830975"/>
          </a:xfrm>
          <a:prstGeom prst="rect">
            <a:avLst/>
          </a:prstGeom>
        </p:spPr>
        <p:txBody>
          <a:bodyPr wrap="square" lIns="228589" tIns="228589" rIns="228589" bIns="228589">
            <a:spAutoFit/>
          </a:bodyPr>
          <a:lstStyle>
            <a:lvl1pPr marL="314321" indent="-314321">
              <a:buNone/>
              <a:defRPr sz="2200">
                <a:solidFill>
                  <a:srgbClr val="00313C"/>
                </a:solidFill>
                <a:latin typeface="+mn-lt"/>
              </a:defRPr>
            </a:lvl1pPr>
            <a:lvl2pPr marL="1362056" indent="-523867">
              <a:defRPr sz="2292">
                <a:latin typeface="Trebuchet MS" pitchFamily="34" charset="0"/>
              </a:defRPr>
            </a:lvl2pPr>
            <a:lvl3pPr marL="1885924" indent="-523867">
              <a:defRPr sz="2292">
                <a:latin typeface="Trebuchet MS" pitchFamily="34" charset="0"/>
              </a:defRPr>
            </a:lvl3pPr>
            <a:lvl4pPr marL="2462179" indent="-576255">
              <a:defRPr sz="2292">
                <a:latin typeface="Trebuchet MS" pitchFamily="34" charset="0"/>
              </a:defRPr>
            </a:lvl4pPr>
            <a:lvl5pPr marL="2881273" indent="-419094">
              <a:defRPr sz="2292">
                <a:latin typeface="Trebuchet MS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22635765" y="31520560"/>
            <a:ext cx="6907325" cy="891334"/>
          </a:xfrm>
          <a:prstGeom prst="rect">
            <a:avLst/>
          </a:prstGeom>
          <a:solidFill>
            <a:schemeClr val="accent1"/>
          </a:solidFill>
        </p:spPr>
        <p:txBody>
          <a:bodyPr wrap="square" lIns="182880" tIns="182880" rIns="182880" bIns="182880" anchor="ctr" anchorCtr="0">
            <a:spAutoFit/>
          </a:bodyPr>
          <a:lstStyle>
            <a:lvl1pPr algn="ctr">
              <a:buNone/>
              <a:defRPr sz="3392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"/>
          <p:cNvSpPr>
            <a:spLocks noGrp="1"/>
          </p:cNvSpPr>
          <p:nvPr>
            <p:ph type="body" sz="quarter" idx="30"/>
          </p:nvPr>
        </p:nvSpPr>
        <p:spPr>
          <a:xfrm>
            <a:off x="22635766" y="32709801"/>
            <a:ext cx="6910785" cy="830975"/>
          </a:xfrm>
          <a:prstGeom prst="rect">
            <a:avLst/>
          </a:prstGeom>
        </p:spPr>
        <p:txBody>
          <a:bodyPr wrap="square" lIns="228589" tIns="228589" rIns="228589" bIns="228589">
            <a:spAutoFit/>
          </a:bodyPr>
          <a:lstStyle>
            <a:lvl1pPr marL="314321" indent="-314321">
              <a:buNone/>
              <a:defRPr sz="2200">
                <a:solidFill>
                  <a:srgbClr val="00313C"/>
                </a:solidFill>
                <a:latin typeface="+mn-lt"/>
              </a:defRPr>
            </a:lvl1pPr>
            <a:lvl2pPr marL="1362056" indent="-523867">
              <a:defRPr sz="2292">
                <a:latin typeface="Trebuchet MS" pitchFamily="34" charset="0"/>
              </a:defRPr>
            </a:lvl2pPr>
            <a:lvl3pPr marL="1885924" indent="-523867">
              <a:defRPr sz="2292">
                <a:latin typeface="Trebuchet MS" pitchFamily="34" charset="0"/>
              </a:defRPr>
            </a:lvl3pPr>
            <a:lvl4pPr marL="2462179" indent="-576255">
              <a:defRPr sz="2292">
                <a:latin typeface="Trebuchet MS" pitchFamily="34" charset="0"/>
              </a:defRPr>
            </a:lvl4pPr>
            <a:lvl5pPr marL="2881273" indent="-419094">
              <a:defRPr sz="2292">
                <a:latin typeface="Trebuchet MS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Picture Placeholder 13"/>
          <p:cNvSpPr>
            <a:spLocks noGrp="1"/>
          </p:cNvSpPr>
          <p:nvPr>
            <p:ph type="pic" sz="quarter" idx="152"/>
          </p:nvPr>
        </p:nvSpPr>
        <p:spPr>
          <a:xfrm>
            <a:off x="24724382" y="40360604"/>
            <a:ext cx="2200275" cy="3048000"/>
          </a:xfrm>
          <a:prstGeom prst="rect">
            <a:avLst/>
          </a:prstGeom>
          <a:noFill/>
          <a:ln>
            <a:noFill/>
          </a:ln>
          <a:effectLst/>
        </p:spPr>
        <p:txBody>
          <a:bodyPr lIns="91436" tIns="45717" rIns="91436" bIns="45717" anchor="ctr"/>
          <a:lstStyle>
            <a:lvl1pPr marL="0" indent="0" algn="ctr">
              <a:buNone/>
              <a:defRPr sz="3667" b="0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/>
              <a:t>Click icon to add picture</a:t>
            </a:r>
          </a:p>
        </p:txBody>
      </p:sp>
      <p:sp>
        <p:nvSpPr>
          <p:cNvPr id="53" name="Picture Placeholder 13"/>
          <p:cNvSpPr>
            <a:spLocks noGrp="1"/>
          </p:cNvSpPr>
          <p:nvPr>
            <p:ph type="pic" sz="quarter" idx="153"/>
          </p:nvPr>
        </p:nvSpPr>
        <p:spPr>
          <a:xfrm>
            <a:off x="8405676" y="40360604"/>
            <a:ext cx="2200275" cy="3048000"/>
          </a:xfrm>
          <a:prstGeom prst="rect">
            <a:avLst/>
          </a:prstGeom>
          <a:noFill/>
          <a:ln>
            <a:noFill/>
          </a:ln>
          <a:effectLst/>
        </p:spPr>
        <p:txBody>
          <a:bodyPr lIns="91436" tIns="45717" rIns="91436" bIns="45717" anchor="ctr"/>
          <a:lstStyle>
            <a:lvl1pPr marL="0" indent="0" algn="ctr">
              <a:buNone/>
              <a:defRPr sz="3667" b="0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/>
              <a:t>Click icon to add picture</a:t>
            </a:r>
          </a:p>
        </p:txBody>
      </p:sp>
      <p:sp>
        <p:nvSpPr>
          <p:cNvPr id="54" name="Picture Placeholder 13"/>
          <p:cNvSpPr>
            <a:spLocks noGrp="1"/>
          </p:cNvSpPr>
          <p:nvPr>
            <p:ph type="pic" sz="quarter" idx="154"/>
          </p:nvPr>
        </p:nvSpPr>
        <p:spPr>
          <a:xfrm>
            <a:off x="2966107" y="40360604"/>
            <a:ext cx="2200275" cy="3048000"/>
          </a:xfrm>
          <a:prstGeom prst="rect">
            <a:avLst/>
          </a:prstGeom>
          <a:noFill/>
          <a:ln>
            <a:noFill/>
          </a:ln>
          <a:effectLst/>
        </p:spPr>
        <p:txBody>
          <a:bodyPr lIns="91436" tIns="45717" rIns="91436" bIns="45717" anchor="ctr"/>
          <a:lstStyle>
            <a:lvl1pPr marL="0" indent="0" algn="ctr">
              <a:buNone/>
              <a:defRPr sz="3667" b="0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/>
              <a:t>Click icon to add picture</a:t>
            </a:r>
          </a:p>
        </p:txBody>
      </p:sp>
      <p:sp>
        <p:nvSpPr>
          <p:cNvPr id="55" name="Picture Placeholder 13"/>
          <p:cNvSpPr>
            <a:spLocks noGrp="1"/>
          </p:cNvSpPr>
          <p:nvPr>
            <p:ph type="pic" sz="quarter" idx="155"/>
          </p:nvPr>
        </p:nvSpPr>
        <p:spPr>
          <a:xfrm>
            <a:off x="19284813" y="40360604"/>
            <a:ext cx="2200275" cy="3048000"/>
          </a:xfrm>
          <a:prstGeom prst="rect">
            <a:avLst/>
          </a:prstGeom>
          <a:noFill/>
          <a:ln>
            <a:noFill/>
          </a:ln>
          <a:effectLst/>
        </p:spPr>
        <p:txBody>
          <a:bodyPr lIns="91436" tIns="45717" rIns="91436" bIns="45717" anchor="ctr"/>
          <a:lstStyle>
            <a:lvl1pPr marL="0" indent="0" algn="ctr">
              <a:buNone/>
              <a:defRPr sz="3667" b="0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/>
              <a:t>Click icon to add picture</a:t>
            </a:r>
          </a:p>
        </p:txBody>
      </p:sp>
      <p:sp>
        <p:nvSpPr>
          <p:cNvPr id="56" name="Picture Placeholder 13"/>
          <p:cNvSpPr>
            <a:spLocks noGrp="1"/>
          </p:cNvSpPr>
          <p:nvPr>
            <p:ph type="pic" sz="quarter" idx="156"/>
          </p:nvPr>
        </p:nvSpPr>
        <p:spPr>
          <a:xfrm>
            <a:off x="13845244" y="40360604"/>
            <a:ext cx="2200275" cy="3048000"/>
          </a:xfrm>
          <a:prstGeom prst="rect">
            <a:avLst/>
          </a:prstGeom>
          <a:noFill/>
          <a:ln>
            <a:noFill/>
          </a:ln>
          <a:effectLst/>
        </p:spPr>
        <p:txBody>
          <a:bodyPr lIns="91436" tIns="45717" rIns="91436" bIns="45717" anchor="ctr"/>
          <a:lstStyle>
            <a:lvl1pPr marL="0" indent="0" algn="ctr">
              <a:buNone/>
              <a:defRPr sz="3667" b="0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/>
              <a:t>Click icon to add picture</a:t>
            </a:r>
          </a:p>
        </p:txBody>
      </p:sp>
      <p:sp>
        <p:nvSpPr>
          <p:cNvPr id="57" name="Text Placeholder 5"/>
          <p:cNvSpPr>
            <a:spLocks noGrp="1"/>
          </p:cNvSpPr>
          <p:nvPr>
            <p:ph type="body" sz="quarter" idx="157"/>
          </p:nvPr>
        </p:nvSpPr>
        <p:spPr>
          <a:xfrm>
            <a:off x="22635765" y="19386724"/>
            <a:ext cx="6907325" cy="891334"/>
          </a:xfrm>
          <a:prstGeom prst="rect">
            <a:avLst/>
          </a:prstGeom>
          <a:solidFill>
            <a:schemeClr val="accent1"/>
          </a:solidFill>
        </p:spPr>
        <p:txBody>
          <a:bodyPr wrap="square" lIns="182880" tIns="182880" rIns="182880" bIns="182880" anchor="ctr" anchorCtr="0">
            <a:spAutoFit/>
          </a:bodyPr>
          <a:lstStyle>
            <a:lvl1pPr algn="ctr">
              <a:buNone/>
              <a:defRPr sz="3392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1" name="Text Placeholder 3"/>
          <p:cNvSpPr>
            <a:spLocks noGrp="1"/>
          </p:cNvSpPr>
          <p:nvPr>
            <p:ph type="body" sz="quarter" idx="158"/>
          </p:nvPr>
        </p:nvSpPr>
        <p:spPr>
          <a:xfrm>
            <a:off x="22635766" y="20647924"/>
            <a:ext cx="6910785" cy="830975"/>
          </a:xfrm>
          <a:prstGeom prst="rect">
            <a:avLst/>
          </a:prstGeom>
        </p:spPr>
        <p:txBody>
          <a:bodyPr wrap="square" lIns="228589" tIns="228589" rIns="228589" bIns="228589">
            <a:spAutoFit/>
          </a:bodyPr>
          <a:lstStyle>
            <a:lvl1pPr marL="314321" indent="-314321">
              <a:buNone/>
              <a:defRPr sz="2200">
                <a:solidFill>
                  <a:srgbClr val="00313C"/>
                </a:solidFill>
                <a:latin typeface="+mn-lt"/>
              </a:defRPr>
            </a:lvl1pPr>
            <a:lvl2pPr marL="1362056" indent="-523867">
              <a:defRPr sz="2292">
                <a:latin typeface="Trebuchet MS" pitchFamily="34" charset="0"/>
              </a:defRPr>
            </a:lvl2pPr>
            <a:lvl3pPr marL="1885924" indent="-523867">
              <a:defRPr sz="2292">
                <a:latin typeface="Trebuchet MS" pitchFamily="34" charset="0"/>
              </a:defRPr>
            </a:lvl3pPr>
            <a:lvl4pPr marL="2462179" indent="-576255">
              <a:defRPr sz="2292">
                <a:latin typeface="Trebuchet MS" pitchFamily="34" charset="0"/>
              </a:defRPr>
            </a:lvl4pPr>
            <a:lvl5pPr marL="2881273" indent="-419094">
              <a:defRPr sz="2292">
                <a:latin typeface="Trebuchet MS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34" name="Picture 7" descr="DOE_Office_Science_white.png">
            <a:extLst>
              <a:ext uri="{FF2B5EF4-FFF2-40B4-BE49-F238E27FC236}">
                <a16:creationId xmlns:a16="http://schemas.microsoft.com/office/drawing/2014/main" id="{8E7CA4AE-1215-A941-94DA-37CB0B575BC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706"/>
          <a:stretch>
            <a:fillRect/>
          </a:stretch>
        </p:blipFill>
        <p:spPr bwMode="auto">
          <a:xfrm>
            <a:off x="634108" y="4748670"/>
            <a:ext cx="3684588" cy="1431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5" name="Title 1">
            <a:extLst>
              <a:ext uri="{FF2B5EF4-FFF2-40B4-BE49-F238E27FC236}">
                <a16:creationId xmlns:a16="http://schemas.microsoft.com/office/drawing/2014/main" id="{BC12735E-AB4B-C448-ADA9-B1AFB4566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0510" y="766763"/>
            <a:ext cx="24851952" cy="1930400"/>
          </a:xfrm>
          <a:prstGeom prst="rect">
            <a:avLst/>
          </a:prstGeom>
        </p:spPr>
        <p:txBody>
          <a:bodyPr lIns="91436" tIns="45717" rIns="91436" bIns="45717" anchor="ctr" anchorCtr="0"/>
          <a:lstStyle>
            <a:lvl1pPr algn="l">
              <a:defRPr sz="55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6" name="Text Placeholder 76">
            <a:extLst>
              <a:ext uri="{FF2B5EF4-FFF2-40B4-BE49-F238E27FC236}">
                <a16:creationId xmlns:a16="http://schemas.microsoft.com/office/drawing/2014/main" id="{9367639A-84EA-C14F-B4EE-EBE6F9B956CB}"/>
              </a:ext>
            </a:extLst>
          </p:cNvPr>
          <p:cNvSpPr>
            <a:spLocks noGrp="1"/>
          </p:cNvSpPr>
          <p:nvPr>
            <p:ph type="body" sz="quarter" idx="150"/>
          </p:nvPr>
        </p:nvSpPr>
        <p:spPr>
          <a:xfrm>
            <a:off x="4710511" y="4454845"/>
            <a:ext cx="24851950" cy="1706880"/>
          </a:xfrm>
          <a:prstGeom prst="rect">
            <a:avLst/>
          </a:prstGeom>
        </p:spPr>
        <p:txBody>
          <a:bodyPr anchor="ctr"/>
          <a:lstStyle>
            <a:lvl1pPr algn="l">
              <a:buFontTx/>
              <a:buNone/>
              <a:defRPr sz="3300">
                <a:solidFill>
                  <a:schemeClr val="bg1"/>
                </a:solidFill>
                <a:latin typeface="+mj-lt"/>
              </a:defRPr>
            </a:lvl1pPr>
            <a:lvl2pPr>
              <a:buFontTx/>
              <a:buNone/>
              <a:defRPr sz="6600"/>
            </a:lvl2pPr>
            <a:lvl3pPr>
              <a:buFontTx/>
              <a:buNone/>
              <a:defRPr sz="6600"/>
            </a:lvl3pPr>
            <a:lvl4pPr>
              <a:buFontTx/>
              <a:buNone/>
              <a:defRPr sz="6600"/>
            </a:lvl4pPr>
            <a:lvl5pPr>
              <a:buFontTx/>
              <a:buNone/>
              <a:defRPr sz="6600"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7" name="Text Placeholder 76">
            <a:extLst>
              <a:ext uri="{FF2B5EF4-FFF2-40B4-BE49-F238E27FC236}">
                <a16:creationId xmlns:a16="http://schemas.microsoft.com/office/drawing/2014/main" id="{594125BB-CB39-E94D-B411-F6744581301B}"/>
              </a:ext>
            </a:extLst>
          </p:cNvPr>
          <p:cNvSpPr>
            <a:spLocks noGrp="1"/>
          </p:cNvSpPr>
          <p:nvPr>
            <p:ph type="body" sz="quarter" idx="151"/>
          </p:nvPr>
        </p:nvSpPr>
        <p:spPr>
          <a:xfrm>
            <a:off x="4710510" y="2747965"/>
            <a:ext cx="24851951" cy="1706880"/>
          </a:xfrm>
          <a:prstGeom prst="rect">
            <a:avLst/>
          </a:prstGeom>
        </p:spPr>
        <p:txBody>
          <a:bodyPr anchor="ctr"/>
          <a:lstStyle>
            <a:lvl1pPr algn="l">
              <a:buFontTx/>
              <a:buNone/>
              <a:defRPr sz="4400">
                <a:solidFill>
                  <a:schemeClr val="bg1"/>
                </a:solidFill>
              </a:defRPr>
            </a:lvl1pPr>
            <a:lvl2pPr>
              <a:buFontTx/>
              <a:buNone/>
              <a:defRPr sz="6600"/>
            </a:lvl2pPr>
            <a:lvl3pPr>
              <a:buFontTx/>
              <a:buNone/>
              <a:defRPr sz="6600"/>
            </a:lvl3pPr>
            <a:lvl4pPr>
              <a:buFontTx/>
              <a:buNone/>
              <a:defRPr sz="6600"/>
            </a:lvl4pPr>
            <a:lvl5pPr>
              <a:buFontTx/>
              <a:buNone/>
              <a:defRPr sz="6600"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21452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D6FB082-086E-464E-BBB1-F0B7C6E2BF00}"/>
              </a:ext>
            </a:extLst>
          </p:cNvPr>
          <p:cNvSpPr>
            <a:spLocks noChangeArrowheads="1"/>
          </p:cNvSpPr>
          <p:nvPr userDrawn="1"/>
        </p:nvSpPr>
        <p:spPr bwMode="auto">
          <a:xfrm flipV="1">
            <a:off x="0" y="1"/>
            <a:ext cx="30175200" cy="6596063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3816" tIns="41907" rIns="83816" bIns="41907" anchor="ctr"/>
          <a:lstStyle/>
          <a:p>
            <a:endParaRPr lang="en-US" sz="7884"/>
          </a:p>
        </p:txBody>
      </p:sp>
      <p:sp>
        <p:nvSpPr>
          <p:cNvPr id="1026" name="Rectangle 35"/>
          <p:cNvSpPr>
            <a:spLocks noChangeArrowheads="1"/>
          </p:cNvSpPr>
          <p:nvPr/>
        </p:nvSpPr>
        <p:spPr bwMode="auto">
          <a:xfrm>
            <a:off x="22631400" y="8007350"/>
            <a:ext cx="6915150" cy="3108960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2"/>
            </a:solidFill>
            <a:miter lim="800000"/>
            <a:headEnd/>
            <a:tailEnd/>
          </a:ln>
        </p:spPr>
        <p:txBody>
          <a:bodyPr wrap="none" lIns="83816" tIns="41907" rIns="83816" bIns="41907" anchor="ctr"/>
          <a:lstStyle/>
          <a:p>
            <a:endParaRPr lang="en-US" sz="7884"/>
          </a:p>
        </p:txBody>
      </p:sp>
      <p:sp>
        <p:nvSpPr>
          <p:cNvPr id="1027" name="Rectangle 33"/>
          <p:cNvSpPr>
            <a:spLocks noChangeArrowheads="1"/>
          </p:cNvSpPr>
          <p:nvPr/>
        </p:nvSpPr>
        <p:spPr bwMode="auto">
          <a:xfrm>
            <a:off x="7962900" y="8007350"/>
            <a:ext cx="6915150" cy="3108960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2"/>
            </a:solidFill>
            <a:miter lim="800000"/>
            <a:headEnd/>
            <a:tailEnd/>
          </a:ln>
        </p:spPr>
        <p:txBody>
          <a:bodyPr wrap="none" lIns="83816" tIns="41907" rIns="83816" bIns="41907" anchor="ctr"/>
          <a:lstStyle/>
          <a:p>
            <a:endParaRPr lang="en-US" sz="7884"/>
          </a:p>
        </p:txBody>
      </p:sp>
      <p:sp>
        <p:nvSpPr>
          <p:cNvPr id="1028" name="Rectangle 33"/>
          <p:cNvSpPr>
            <a:spLocks noChangeArrowheads="1"/>
          </p:cNvSpPr>
          <p:nvPr/>
        </p:nvSpPr>
        <p:spPr bwMode="auto">
          <a:xfrm>
            <a:off x="15297150" y="8007350"/>
            <a:ext cx="6915150" cy="3108960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2"/>
            </a:solidFill>
            <a:miter lim="800000"/>
            <a:headEnd/>
            <a:tailEnd/>
          </a:ln>
        </p:spPr>
        <p:txBody>
          <a:bodyPr wrap="none" lIns="83816" tIns="41907" rIns="83816" bIns="41907" anchor="ctr"/>
          <a:lstStyle/>
          <a:p>
            <a:endParaRPr lang="en-US" sz="7884"/>
          </a:p>
        </p:txBody>
      </p:sp>
      <p:sp>
        <p:nvSpPr>
          <p:cNvPr id="1029" name="Rectangle 33"/>
          <p:cNvSpPr>
            <a:spLocks noChangeArrowheads="1"/>
          </p:cNvSpPr>
          <p:nvPr/>
        </p:nvSpPr>
        <p:spPr bwMode="auto">
          <a:xfrm>
            <a:off x="634471" y="8007350"/>
            <a:ext cx="6915150" cy="3108960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2"/>
            </a:solidFill>
            <a:miter lim="800000"/>
            <a:headEnd/>
            <a:tailEnd/>
          </a:ln>
        </p:spPr>
        <p:txBody>
          <a:bodyPr wrap="none" lIns="83816" tIns="41907" rIns="83816" bIns="41907" anchor="ctr"/>
          <a:lstStyle/>
          <a:p>
            <a:endParaRPr lang="en-US" sz="7884"/>
          </a:p>
        </p:txBody>
      </p:sp>
      <p:cxnSp>
        <p:nvCxnSpPr>
          <p:cNvPr id="22" name="Straight Connector 21"/>
          <p:cNvCxnSpPr/>
          <p:nvPr userDrawn="1"/>
        </p:nvCxnSpPr>
        <p:spPr>
          <a:xfrm>
            <a:off x="628650" y="7315200"/>
            <a:ext cx="28917900" cy="0"/>
          </a:xfrm>
          <a:prstGeom prst="line">
            <a:avLst/>
          </a:prstGeom>
          <a:ln w="76200" cap="flat" cmpd="sng" algn="ctr">
            <a:solidFill>
              <a:schemeClr val="tx2">
                <a:alpha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 userDrawn="1"/>
        </p:nvCxnSpPr>
        <p:spPr>
          <a:xfrm>
            <a:off x="628650" y="39822438"/>
            <a:ext cx="28917900" cy="0"/>
          </a:xfrm>
          <a:prstGeom prst="line">
            <a:avLst/>
          </a:prstGeom>
          <a:ln w="38100" cap="flat" cmpd="sng" algn="ctr">
            <a:solidFill>
              <a:schemeClr val="tx2">
                <a:alpha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E2F0EEA4-4B12-654C-ABCB-17B56FB8504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795127"/>
            <a:ext cx="2271289" cy="3216484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</p:sldLayoutIdLst>
  <p:txStyles>
    <p:titleStyle>
      <a:lvl1pPr algn="ctr" defTabSz="4022342" rtl="0" eaLnBrk="1" fontAlgn="base" hangingPunct="1">
        <a:spcBef>
          <a:spcPct val="0"/>
        </a:spcBef>
        <a:spcAft>
          <a:spcPct val="0"/>
        </a:spcAft>
        <a:defRPr sz="8067" kern="1200">
          <a:solidFill>
            <a:schemeClr val="bg1"/>
          </a:solidFill>
          <a:latin typeface="Trebuchet MS" pitchFamily="34" charset="0"/>
          <a:ea typeface="ＭＳ Ｐゴシック" charset="-128"/>
          <a:cs typeface="ＭＳ Ｐゴシック" charset="-128"/>
        </a:defRPr>
      </a:lvl1pPr>
      <a:lvl2pPr algn="ctr" defTabSz="4022342" rtl="0" eaLnBrk="1" fontAlgn="base" hangingPunct="1">
        <a:spcBef>
          <a:spcPct val="0"/>
        </a:spcBef>
        <a:spcAft>
          <a:spcPct val="0"/>
        </a:spcAft>
        <a:defRPr sz="8067">
          <a:solidFill>
            <a:schemeClr val="bg1"/>
          </a:solidFill>
          <a:latin typeface="Trebuchet MS" charset="0"/>
          <a:ea typeface="ＭＳ Ｐゴシック" charset="-128"/>
          <a:cs typeface="ＭＳ Ｐゴシック" charset="-128"/>
        </a:defRPr>
      </a:lvl2pPr>
      <a:lvl3pPr algn="ctr" defTabSz="4022342" rtl="0" eaLnBrk="1" fontAlgn="base" hangingPunct="1">
        <a:spcBef>
          <a:spcPct val="0"/>
        </a:spcBef>
        <a:spcAft>
          <a:spcPct val="0"/>
        </a:spcAft>
        <a:defRPr sz="8067">
          <a:solidFill>
            <a:schemeClr val="bg1"/>
          </a:solidFill>
          <a:latin typeface="Trebuchet MS" charset="0"/>
          <a:ea typeface="ＭＳ Ｐゴシック" charset="-128"/>
          <a:cs typeface="ＭＳ Ｐゴシック" charset="-128"/>
        </a:defRPr>
      </a:lvl3pPr>
      <a:lvl4pPr algn="ctr" defTabSz="4022342" rtl="0" eaLnBrk="1" fontAlgn="base" hangingPunct="1">
        <a:spcBef>
          <a:spcPct val="0"/>
        </a:spcBef>
        <a:spcAft>
          <a:spcPct val="0"/>
        </a:spcAft>
        <a:defRPr sz="8067">
          <a:solidFill>
            <a:schemeClr val="bg1"/>
          </a:solidFill>
          <a:latin typeface="Trebuchet MS" charset="0"/>
          <a:ea typeface="ＭＳ Ｐゴシック" charset="-128"/>
          <a:cs typeface="ＭＳ Ｐゴシック" charset="-128"/>
        </a:defRPr>
      </a:lvl4pPr>
      <a:lvl5pPr algn="ctr" defTabSz="4022342" rtl="0" eaLnBrk="1" fontAlgn="base" hangingPunct="1">
        <a:spcBef>
          <a:spcPct val="0"/>
        </a:spcBef>
        <a:spcAft>
          <a:spcPct val="0"/>
        </a:spcAft>
        <a:defRPr sz="8067">
          <a:solidFill>
            <a:schemeClr val="bg1"/>
          </a:solidFill>
          <a:latin typeface="Trebuchet MS" charset="0"/>
          <a:ea typeface="ＭＳ Ｐゴシック" charset="-128"/>
          <a:cs typeface="ＭＳ Ｐゴシック" charset="-128"/>
        </a:defRPr>
      </a:lvl5pPr>
      <a:lvl6pPr marL="419115" algn="ctr" defTabSz="4022342" rtl="0" eaLnBrk="1" fontAlgn="base" hangingPunct="1">
        <a:spcBef>
          <a:spcPct val="0"/>
        </a:spcBef>
        <a:spcAft>
          <a:spcPct val="0"/>
        </a:spcAft>
        <a:defRPr sz="8067">
          <a:solidFill>
            <a:schemeClr val="bg1"/>
          </a:solidFill>
          <a:latin typeface="Trebuchet MS" charset="0"/>
          <a:ea typeface="ＭＳ Ｐゴシック" charset="-128"/>
          <a:cs typeface="ＭＳ Ｐゴシック" charset="-128"/>
        </a:defRPr>
      </a:lvl6pPr>
      <a:lvl7pPr marL="838230" algn="ctr" defTabSz="4022342" rtl="0" eaLnBrk="1" fontAlgn="base" hangingPunct="1">
        <a:spcBef>
          <a:spcPct val="0"/>
        </a:spcBef>
        <a:spcAft>
          <a:spcPct val="0"/>
        </a:spcAft>
        <a:defRPr sz="8067">
          <a:solidFill>
            <a:schemeClr val="bg1"/>
          </a:solidFill>
          <a:latin typeface="Trebuchet MS" charset="0"/>
          <a:ea typeface="ＭＳ Ｐゴシック" charset="-128"/>
          <a:cs typeface="ＭＳ Ｐゴシック" charset="-128"/>
        </a:defRPr>
      </a:lvl7pPr>
      <a:lvl8pPr marL="1257346" algn="ctr" defTabSz="4022342" rtl="0" eaLnBrk="1" fontAlgn="base" hangingPunct="1">
        <a:spcBef>
          <a:spcPct val="0"/>
        </a:spcBef>
        <a:spcAft>
          <a:spcPct val="0"/>
        </a:spcAft>
        <a:defRPr sz="8067">
          <a:solidFill>
            <a:schemeClr val="bg1"/>
          </a:solidFill>
          <a:latin typeface="Trebuchet MS" charset="0"/>
          <a:ea typeface="ＭＳ Ｐゴシック" charset="-128"/>
          <a:cs typeface="ＭＳ Ｐゴシック" charset="-128"/>
        </a:defRPr>
      </a:lvl8pPr>
      <a:lvl9pPr marL="1676461" algn="ctr" defTabSz="4022342" rtl="0" eaLnBrk="1" fontAlgn="base" hangingPunct="1">
        <a:spcBef>
          <a:spcPct val="0"/>
        </a:spcBef>
        <a:spcAft>
          <a:spcPct val="0"/>
        </a:spcAft>
        <a:defRPr sz="8067">
          <a:solidFill>
            <a:schemeClr val="bg1"/>
          </a:solidFill>
          <a:latin typeface="Trebuchet MS" charset="0"/>
          <a:ea typeface="ＭＳ Ｐゴシック" charset="-128"/>
          <a:cs typeface="ＭＳ Ｐゴシック" charset="-128"/>
        </a:defRPr>
      </a:lvl9pPr>
    </p:titleStyle>
    <p:bodyStyle>
      <a:lvl1pPr marL="1507651" indent="-1507651" algn="l" defTabSz="4022342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14117" kern="1200">
          <a:solidFill>
            <a:schemeClr val="tx1"/>
          </a:solidFill>
          <a:latin typeface="+mn-lt"/>
          <a:ea typeface="ＭＳ Ｐゴシック" charset="-128"/>
          <a:cs typeface="ＭＳ Ｐゴシック" charset="-128"/>
        </a:defRPr>
      </a:lvl1pPr>
      <a:lvl2pPr marL="3268517" indent="-1255891" algn="l" defTabSz="4022342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12375" kern="1200">
          <a:solidFill>
            <a:schemeClr val="tx1"/>
          </a:solidFill>
          <a:latin typeface="+mn-lt"/>
          <a:ea typeface="ＭＳ Ｐゴシック" charset="-128"/>
          <a:cs typeface="+mn-cs"/>
        </a:defRPr>
      </a:lvl2pPr>
      <a:lvl3pPr marL="5027928" indent="-1005586" algn="l" defTabSz="4022342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10634" kern="1200">
          <a:solidFill>
            <a:schemeClr val="tx1"/>
          </a:solidFill>
          <a:latin typeface="+mn-lt"/>
          <a:ea typeface="ＭＳ Ｐゴシック" charset="-128"/>
          <a:cs typeface="+mn-cs"/>
        </a:defRPr>
      </a:lvl3pPr>
      <a:lvl4pPr marL="7040554" indent="-1005586" algn="l" defTabSz="4022342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8800" kern="1200">
          <a:solidFill>
            <a:schemeClr val="tx1"/>
          </a:solidFill>
          <a:latin typeface="+mn-lt"/>
          <a:ea typeface="ＭＳ Ｐゴシック" charset="-128"/>
          <a:cs typeface="+mn-cs"/>
        </a:defRPr>
      </a:lvl4pPr>
      <a:lvl5pPr marL="9051725" indent="-1005586" algn="l" defTabSz="4022342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8800" kern="1200">
          <a:solidFill>
            <a:schemeClr val="tx1"/>
          </a:solidFill>
          <a:latin typeface="+mn-lt"/>
          <a:ea typeface="ＭＳ Ｐゴシック" charset="-128"/>
          <a:cs typeface="+mn-cs"/>
        </a:defRPr>
      </a:lvl5pPr>
      <a:lvl6pPr marL="11064090" indent="-1005827" algn="l" defTabSz="4023305" rtl="0" eaLnBrk="1" latinLnBrk="0" hangingPunct="1">
        <a:spcBef>
          <a:spcPct val="20000"/>
        </a:spcBef>
        <a:buFont typeface="Arial" pitchFamily="34" charset="0"/>
        <a:buChar char="•"/>
        <a:defRPr sz="8800" kern="1200">
          <a:solidFill>
            <a:schemeClr val="tx1"/>
          </a:solidFill>
          <a:latin typeface="+mn-lt"/>
          <a:ea typeface="+mn-ea"/>
          <a:cs typeface="+mn-cs"/>
        </a:defRPr>
      </a:lvl6pPr>
      <a:lvl7pPr marL="13075741" indent="-1005827" algn="l" defTabSz="4023305" rtl="0" eaLnBrk="1" latinLnBrk="0" hangingPunct="1">
        <a:spcBef>
          <a:spcPct val="20000"/>
        </a:spcBef>
        <a:buFont typeface="Arial" pitchFamily="34" charset="0"/>
        <a:buChar char="•"/>
        <a:defRPr sz="8800" kern="1200">
          <a:solidFill>
            <a:schemeClr val="tx1"/>
          </a:solidFill>
          <a:latin typeface="+mn-lt"/>
          <a:ea typeface="+mn-ea"/>
          <a:cs typeface="+mn-cs"/>
        </a:defRPr>
      </a:lvl7pPr>
      <a:lvl8pPr marL="15087394" indent="-1005827" algn="l" defTabSz="4023305" rtl="0" eaLnBrk="1" latinLnBrk="0" hangingPunct="1">
        <a:spcBef>
          <a:spcPct val="20000"/>
        </a:spcBef>
        <a:buFont typeface="Arial" pitchFamily="34" charset="0"/>
        <a:buChar char="•"/>
        <a:defRPr sz="8800" kern="1200">
          <a:solidFill>
            <a:schemeClr val="tx1"/>
          </a:solidFill>
          <a:latin typeface="+mn-lt"/>
          <a:ea typeface="+mn-ea"/>
          <a:cs typeface="+mn-cs"/>
        </a:defRPr>
      </a:lvl8pPr>
      <a:lvl9pPr marL="17099047" indent="-1005827" algn="l" defTabSz="4023305" rtl="0" eaLnBrk="1" latinLnBrk="0" hangingPunct="1">
        <a:spcBef>
          <a:spcPct val="20000"/>
        </a:spcBef>
        <a:buFont typeface="Arial" pitchFamily="34" charset="0"/>
        <a:buChar char="•"/>
        <a:defRPr sz="8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023305" rtl="0" eaLnBrk="1" latinLnBrk="0" hangingPunct="1">
        <a:defRPr sz="7884" kern="1200">
          <a:solidFill>
            <a:schemeClr val="tx1"/>
          </a:solidFill>
          <a:latin typeface="+mn-lt"/>
          <a:ea typeface="+mn-ea"/>
          <a:cs typeface="+mn-cs"/>
        </a:defRPr>
      </a:lvl1pPr>
      <a:lvl2pPr marL="2011653" algn="l" defTabSz="4023305" rtl="0" eaLnBrk="1" latinLnBrk="0" hangingPunct="1">
        <a:defRPr sz="7884" kern="1200">
          <a:solidFill>
            <a:schemeClr val="tx1"/>
          </a:solidFill>
          <a:latin typeface="+mn-lt"/>
          <a:ea typeface="+mn-ea"/>
          <a:cs typeface="+mn-cs"/>
        </a:defRPr>
      </a:lvl2pPr>
      <a:lvl3pPr marL="4023305" algn="l" defTabSz="4023305" rtl="0" eaLnBrk="1" latinLnBrk="0" hangingPunct="1">
        <a:defRPr sz="7884" kern="1200">
          <a:solidFill>
            <a:schemeClr val="tx1"/>
          </a:solidFill>
          <a:latin typeface="+mn-lt"/>
          <a:ea typeface="+mn-ea"/>
          <a:cs typeface="+mn-cs"/>
        </a:defRPr>
      </a:lvl3pPr>
      <a:lvl4pPr marL="6034958" algn="l" defTabSz="4023305" rtl="0" eaLnBrk="1" latinLnBrk="0" hangingPunct="1">
        <a:defRPr sz="7884" kern="1200">
          <a:solidFill>
            <a:schemeClr val="tx1"/>
          </a:solidFill>
          <a:latin typeface="+mn-lt"/>
          <a:ea typeface="+mn-ea"/>
          <a:cs typeface="+mn-cs"/>
        </a:defRPr>
      </a:lvl4pPr>
      <a:lvl5pPr marL="8046610" algn="l" defTabSz="4023305" rtl="0" eaLnBrk="1" latinLnBrk="0" hangingPunct="1">
        <a:defRPr sz="7884" kern="1200">
          <a:solidFill>
            <a:schemeClr val="tx1"/>
          </a:solidFill>
          <a:latin typeface="+mn-lt"/>
          <a:ea typeface="+mn-ea"/>
          <a:cs typeface="+mn-cs"/>
        </a:defRPr>
      </a:lvl5pPr>
      <a:lvl6pPr marL="10058263" algn="l" defTabSz="4023305" rtl="0" eaLnBrk="1" latinLnBrk="0" hangingPunct="1">
        <a:defRPr sz="7884" kern="1200">
          <a:solidFill>
            <a:schemeClr val="tx1"/>
          </a:solidFill>
          <a:latin typeface="+mn-lt"/>
          <a:ea typeface="+mn-ea"/>
          <a:cs typeface="+mn-cs"/>
        </a:defRPr>
      </a:lvl6pPr>
      <a:lvl7pPr marL="12069917" algn="l" defTabSz="4023305" rtl="0" eaLnBrk="1" latinLnBrk="0" hangingPunct="1">
        <a:defRPr sz="7884" kern="1200">
          <a:solidFill>
            <a:schemeClr val="tx1"/>
          </a:solidFill>
          <a:latin typeface="+mn-lt"/>
          <a:ea typeface="+mn-ea"/>
          <a:cs typeface="+mn-cs"/>
        </a:defRPr>
      </a:lvl7pPr>
      <a:lvl8pPr marL="14081568" algn="l" defTabSz="4023305" rtl="0" eaLnBrk="1" latinLnBrk="0" hangingPunct="1">
        <a:defRPr sz="7884" kern="1200">
          <a:solidFill>
            <a:schemeClr val="tx1"/>
          </a:solidFill>
          <a:latin typeface="+mn-lt"/>
          <a:ea typeface="+mn-ea"/>
          <a:cs typeface="+mn-cs"/>
        </a:defRPr>
      </a:lvl8pPr>
      <a:lvl9pPr marL="16093221" algn="l" defTabSz="4023305" rtl="0" eaLnBrk="1" latinLnBrk="0" hangingPunct="1">
        <a:defRPr sz="78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52CC861-FE92-9F49-9509-955612D70500}"/>
              </a:ext>
            </a:extLst>
          </p:cNvPr>
          <p:cNvSpPr>
            <a:spLocks noChangeArrowheads="1"/>
          </p:cNvSpPr>
          <p:nvPr userDrawn="1"/>
        </p:nvSpPr>
        <p:spPr bwMode="auto">
          <a:xfrm flipV="1">
            <a:off x="0" y="1"/>
            <a:ext cx="30175200" cy="6596063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3816" tIns="41907" rIns="83816" bIns="41907" anchor="ctr"/>
          <a:lstStyle/>
          <a:p>
            <a:endParaRPr lang="en-US" sz="7884"/>
          </a:p>
        </p:txBody>
      </p:sp>
      <p:sp>
        <p:nvSpPr>
          <p:cNvPr id="3074" name="Rectangle 33"/>
          <p:cNvSpPr>
            <a:spLocks noChangeArrowheads="1"/>
          </p:cNvSpPr>
          <p:nvPr/>
        </p:nvSpPr>
        <p:spPr bwMode="auto">
          <a:xfrm>
            <a:off x="628650" y="7994650"/>
            <a:ext cx="9340983" cy="310896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  <a:miter lim="800000"/>
            <a:headEnd/>
            <a:tailEnd/>
          </a:ln>
        </p:spPr>
        <p:txBody>
          <a:bodyPr wrap="none" lIns="83816" tIns="41907" rIns="83816" bIns="41907" anchor="ctr"/>
          <a:lstStyle/>
          <a:p>
            <a:endParaRPr lang="en-US" sz="7884"/>
          </a:p>
        </p:txBody>
      </p:sp>
      <p:sp>
        <p:nvSpPr>
          <p:cNvPr id="3075" name="Rectangle 33"/>
          <p:cNvSpPr>
            <a:spLocks noChangeArrowheads="1"/>
          </p:cNvSpPr>
          <p:nvPr/>
        </p:nvSpPr>
        <p:spPr bwMode="auto">
          <a:xfrm>
            <a:off x="10416382" y="7994650"/>
            <a:ext cx="9339527" cy="310896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  <a:miter lim="800000"/>
            <a:headEnd/>
            <a:tailEnd/>
          </a:ln>
        </p:spPr>
        <p:txBody>
          <a:bodyPr wrap="none" lIns="83816" tIns="41907" rIns="83816" bIns="41907" anchor="ctr"/>
          <a:lstStyle/>
          <a:p>
            <a:endParaRPr lang="en-US" sz="7884"/>
          </a:p>
        </p:txBody>
      </p:sp>
      <p:sp>
        <p:nvSpPr>
          <p:cNvPr id="3076" name="Rectangle 33"/>
          <p:cNvSpPr>
            <a:spLocks noChangeArrowheads="1"/>
          </p:cNvSpPr>
          <p:nvPr/>
        </p:nvSpPr>
        <p:spPr bwMode="auto">
          <a:xfrm>
            <a:off x="20202658" y="7994650"/>
            <a:ext cx="9340982" cy="310896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  <a:miter lim="800000"/>
            <a:headEnd/>
            <a:tailEnd/>
          </a:ln>
        </p:spPr>
        <p:txBody>
          <a:bodyPr wrap="none" lIns="83816" tIns="41907" rIns="83816" bIns="41907" anchor="ctr"/>
          <a:lstStyle/>
          <a:p>
            <a:endParaRPr lang="en-US" sz="7884"/>
          </a:p>
        </p:txBody>
      </p:sp>
      <p:cxnSp>
        <p:nvCxnSpPr>
          <p:cNvPr id="36" name="Straight Connector 35"/>
          <p:cNvCxnSpPr/>
          <p:nvPr userDrawn="1"/>
        </p:nvCxnSpPr>
        <p:spPr>
          <a:xfrm>
            <a:off x="628650" y="7315200"/>
            <a:ext cx="28917900" cy="0"/>
          </a:xfrm>
          <a:prstGeom prst="line">
            <a:avLst/>
          </a:prstGeom>
          <a:ln w="76200" cap="flat" cmpd="sng" algn="ctr">
            <a:solidFill>
              <a:schemeClr val="tx2">
                <a:alpha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 userDrawn="1"/>
        </p:nvCxnSpPr>
        <p:spPr>
          <a:xfrm>
            <a:off x="628650" y="39822438"/>
            <a:ext cx="28917900" cy="0"/>
          </a:xfrm>
          <a:prstGeom prst="line">
            <a:avLst/>
          </a:prstGeom>
          <a:ln w="38100" cap="flat" cmpd="sng" algn="ctr">
            <a:solidFill>
              <a:schemeClr val="tx2">
                <a:alpha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8FB0569F-A0B7-5C49-877B-F4C926D9215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795127"/>
            <a:ext cx="2271289" cy="3216484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54" r:id="rId1"/>
  </p:sldLayoutIdLst>
  <p:txStyles>
    <p:titleStyle>
      <a:lvl1pPr algn="ctr" defTabSz="4022342" rtl="0" eaLnBrk="0" fontAlgn="base" hangingPunct="0">
        <a:spcBef>
          <a:spcPct val="0"/>
        </a:spcBef>
        <a:spcAft>
          <a:spcPct val="0"/>
        </a:spcAft>
        <a:defRPr sz="8067" kern="1200">
          <a:solidFill>
            <a:schemeClr val="bg1"/>
          </a:solidFill>
          <a:latin typeface="Trebuchet MS" pitchFamily="34" charset="0"/>
          <a:ea typeface="ＭＳ Ｐゴシック" charset="-128"/>
          <a:cs typeface="ＭＳ Ｐゴシック" charset="-128"/>
        </a:defRPr>
      </a:lvl1pPr>
      <a:lvl2pPr algn="ctr" defTabSz="4022342" rtl="0" eaLnBrk="0" fontAlgn="base" hangingPunct="0">
        <a:spcBef>
          <a:spcPct val="0"/>
        </a:spcBef>
        <a:spcAft>
          <a:spcPct val="0"/>
        </a:spcAft>
        <a:defRPr sz="8067">
          <a:solidFill>
            <a:schemeClr val="bg1"/>
          </a:solidFill>
          <a:latin typeface="Trebuchet MS" charset="0"/>
          <a:ea typeface="ＭＳ Ｐゴシック" charset="-128"/>
          <a:cs typeface="ＭＳ Ｐゴシック" charset="-128"/>
        </a:defRPr>
      </a:lvl2pPr>
      <a:lvl3pPr algn="ctr" defTabSz="4022342" rtl="0" eaLnBrk="0" fontAlgn="base" hangingPunct="0">
        <a:spcBef>
          <a:spcPct val="0"/>
        </a:spcBef>
        <a:spcAft>
          <a:spcPct val="0"/>
        </a:spcAft>
        <a:defRPr sz="8067">
          <a:solidFill>
            <a:schemeClr val="bg1"/>
          </a:solidFill>
          <a:latin typeface="Trebuchet MS" charset="0"/>
          <a:ea typeface="ＭＳ Ｐゴシック" charset="-128"/>
          <a:cs typeface="ＭＳ Ｐゴシック" charset="-128"/>
        </a:defRPr>
      </a:lvl3pPr>
      <a:lvl4pPr algn="ctr" defTabSz="4022342" rtl="0" eaLnBrk="0" fontAlgn="base" hangingPunct="0">
        <a:spcBef>
          <a:spcPct val="0"/>
        </a:spcBef>
        <a:spcAft>
          <a:spcPct val="0"/>
        </a:spcAft>
        <a:defRPr sz="8067">
          <a:solidFill>
            <a:schemeClr val="bg1"/>
          </a:solidFill>
          <a:latin typeface="Trebuchet MS" charset="0"/>
          <a:ea typeface="ＭＳ Ｐゴシック" charset="-128"/>
          <a:cs typeface="ＭＳ Ｐゴシック" charset="-128"/>
        </a:defRPr>
      </a:lvl4pPr>
      <a:lvl5pPr algn="ctr" defTabSz="4022342" rtl="0" eaLnBrk="0" fontAlgn="base" hangingPunct="0">
        <a:spcBef>
          <a:spcPct val="0"/>
        </a:spcBef>
        <a:spcAft>
          <a:spcPct val="0"/>
        </a:spcAft>
        <a:defRPr sz="8067">
          <a:solidFill>
            <a:schemeClr val="bg1"/>
          </a:solidFill>
          <a:latin typeface="Trebuchet MS" charset="0"/>
          <a:ea typeface="ＭＳ Ｐゴシック" charset="-128"/>
          <a:cs typeface="ＭＳ Ｐゴシック" charset="-128"/>
        </a:defRPr>
      </a:lvl5pPr>
      <a:lvl6pPr marL="419115" algn="ctr" defTabSz="4022342" rtl="0" fontAlgn="base">
        <a:spcBef>
          <a:spcPct val="0"/>
        </a:spcBef>
        <a:spcAft>
          <a:spcPct val="0"/>
        </a:spcAft>
        <a:defRPr sz="8067">
          <a:solidFill>
            <a:schemeClr val="bg1"/>
          </a:solidFill>
          <a:latin typeface="Trebuchet MS" charset="0"/>
          <a:ea typeface="ＭＳ Ｐゴシック" charset="-128"/>
          <a:cs typeface="ＭＳ Ｐゴシック" charset="-128"/>
        </a:defRPr>
      </a:lvl6pPr>
      <a:lvl7pPr marL="838230" algn="ctr" defTabSz="4022342" rtl="0" fontAlgn="base">
        <a:spcBef>
          <a:spcPct val="0"/>
        </a:spcBef>
        <a:spcAft>
          <a:spcPct val="0"/>
        </a:spcAft>
        <a:defRPr sz="8067">
          <a:solidFill>
            <a:schemeClr val="bg1"/>
          </a:solidFill>
          <a:latin typeface="Trebuchet MS" charset="0"/>
          <a:ea typeface="ＭＳ Ｐゴシック" charset="-128"/>
          <a:cs typeface="ＭＳ Ｐゴシック" charset="-128"/>
        </a:defRPr>
      </a:lvl7pPr>
      <a:lvl8pPr marL="1257346" algn="ctr" defTabSz="4022342" rtl="0" fontAlgn="base">
        <a:spcBef>
          <a:spcPct val="0"/>
        </a:spcBef>
        <a:spcAft>
          <a:spcPct val="0"/>
        </a:spcAft>
        <a:defRPr sz="8067">
          <a:solidFill>
            <a:schemeClr val="bg1"/>
          </a:solidFill>
          <a:latin typeface="Trebuchet MS" charset="0"/>
          <a:ea typeface="ＭＳ Ｐゴシック" charset="-128"/>
          <a:cs typeface="ＭＳ Ｐゴシック" charset="-128"/>
        </a:defRPr>
      </a:lvl8pPr>
      <a:lvl9pPr marL="1676461" algn="ctr" defTabSz="4022342" rtl="0" fontAlgn="base">
        <a:spcBef>
          <a:spcPct val="0"/>
        </a:spcBef>
        <a:spcAft>
          <a:spcPct val="0"/>
        </a:spcAft>
        <a:defRPr sz="8067">
          <a:solidFill>
            <a:schemeClr val="bg1"/>
          </a:solidFill>
          <a:latin typeface="Trebuchet MS" charset="0"/>
          <a:ea typeface="ＭＳ Ｐゴシック" charset="-128"/>
          <a:cs typeface="ＭＳ Ｐゴシック" charset="-128"/>
        </a:defRPr>
      </a:lvl9pPr>
    </p:titleStyle>
    <p:bodyStyle>
      <a:lvl1pPr marL="1507651" indent="-1507651" algn="l" defTabSz="4022342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14117" kern="1200">
          <a:solidFill>
            <a:schemeClr val="tx1"/>
          </a:solidFill>
          <a:latin typeface="+mn-lt"/>
          <a:ea typeface="ＭＳ Ｐゴシック" charset="-128"/>
          <a:cs typeface="ＭＳ Ｐゴシック" charset="-128"/>
        </a:defRPr>
      </a:lvl1pPr>
      <a:lvl2pPr marL="3268517" indent="-1255891" algn="l" defTabSz="4022342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2375" kern="1200">
          <a:solidFill>
            <a:schemeClr val="tx1"/>
          </a:solidFill>
          <a:latin typeface="+mn-lt"/>
          <a:ea typeface="ＭＳ Ｐゴシック" charset="-128"/>
          <a:cs typeface="+mn-cs"/>
        </a:defRPr>
      </a:lvl2pPr>
      <a:lvl3pPr marL="5027928" indent="-1005586" algn="l" defTabSz="4022342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10634" kern="1200">
          <a:solidFill>
            <a:schemeClr val="tx1"/>
          </a:solidFill>
          <a:latin typeface="+mn-lt"/>
          <a:ea typeface="ＭＳ Ｐゴシック" charset="-128"/>
          <a:cs typeface="+mn-cs"/>
        </a:defRPr>
      </a:lvl3pPr>
      <a:lvl4pPr marL="7040554" indent="-1005586" algn="l" defTabSz="4022342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8800" kern="1200">
          <a:solidFill>
            <a:schemeClr val="tx1"/>
          </a:solidFill>
          <a:latin typeface="+mn-lt"/>
          <a:ea typeface="ＭＳ Ｐゴシック" charset="-128"/>
          <a:cs typeface="+mn-cs"/>
        </a:defRPr>
      </a:lvl4pPr>
      <a:lvl5pPr marL="9051725" indent="-1005586" algn="l" defTabSz="4022342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8800" kern="1200">
          <a:solidFill>
            <a:schemeClr val="tx1"/>
          </a:solidFill>
          <a:latin typeface="+mn-lt"/>
          <a:ea typeface="ＭＳ Ｐゴシック" charset="-128"/>
          <a:cs typeface="+mn-cs"/>
        </a:defRPr>
      </a:lvl5pPr>
      <a:lvl6pPr marL="11064090" indent="-1005827" algn="l" defTabSz="4023305" rtl="0" eaLnBrk="1" latinLnBrk="0" hangingPunct="1">
        <a:spcBef>
          <a:spcPct val="20000"/>
        </a:spcBef>
        <a:buFont typeface="Arial" pitchFamily="34" charset="0"/>
        <a:buChar char="•"/>
        <a:defRPr sz="8800" kern="1200">
          <a:solidFill>
            <a:schemeClr val="tx1"/>
          </a:solidFill>
          <a:latin typeface="+mn-lt"/>
          <a:ea typeface="+mn-ea"/>
          <a:cs typeface="+mn-cs"/>
        </a:defRPr>
      </a:lvl6pPr>
      <a:lvl7pPr marL="13075741" indent="-1005827" algn="l" defTabSz="4023305" rtl="0" eaLnBrk="1" latinLnBrk="0" hangingPunct="1">
        <a:spcBef>
          <a:spcPct val="20000"/>
        </a:spcBef>
        <a:buFont typeface="Arial" pitchFamily="34" charset="0"/>
        <a:buChar char="•"/>
        <a:defRPr sz="8800" kern="1200">
          <a:solidFill>
            <a:schemeClr val="tx1"/>
          </a:solidFill>
          <a:latin typeface="+mn-lt"/>
          <a:ea typeface="+mn-ea"/>
          <a:cs typeface="+mn-cs"/>
        </a:defRPr>
      </a:lvl7pPr>
      <a:lvl8pPr marL="15087394" indent="-1005827" algn="l" defTabSz="4023305" rtl="0" eaLnBrk="1" latinLnBrk="0" hangingPunct="1">
        <a:spcBef>
          <a:spcPct val="20000"/>
        </a:spcBef>
        <a:buFont typeface="Arial" pitchFamily="34" charset="0"/>
        <a:buChar char="•"/>
        <a:defRPr sz="8800" kern="1200">
          <a:solidFill>
            <a:schemeClr val="tx1"/>
          </a:solidFill>
          <a:latin typeface="+mn-lt"/>
          <a:ea typeface="+mn-ea"/>
          <a:cs typeface="+mn-cs"/>
        </a:defRPr>
      </a:lvl8pPr>
      <a:lvl9pPr marL="17099047" indent="-1005827" algn="l" defTabSz="4023305" rtl="0" eaLnBrk="1" latinLnBrk="0" hangingPunct="1">
        <a:spcBef>
          <a:spcPct val="20000"/>
        </a:spcBef>
        <a:buFont typeface="Arial" pitchFamily="34" charset="0"/>
        <a:buChar char="•"/>
        <a:defRPr sz="8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023305" rtl="0" eaLnBrk="1" latinLnBrk="0" hangingPunct="1">
        <a:defRPr sz="7884" kern="1200">
          <a:solidFill>
            <a:schemeClr val="tx1"/>
          </a:solidFill>
          <a:latin typeface="+mn-lt"/>
          <a:ea typeface="+mn-ea"/>
          <a:cs typeface="+mn-cs"/>
        </a:defRPr>
      </a:lvl1pPr>
      <a:lvl2pPr marL="2011653" algn="l" defTabSz="4023305" rtl="0" eaLnBrk="1" latinLnBrk="0" hangingPunct="1">
        <a:defRPr sz="7884" kern="1200">
          <a:solidFill>
            <a:schemeClr val="tx1"/>
          </a:solidFill>
          <a:latin typeface="+mn-lt"/>
          <a:ea typeface="+mn-ea"/>
          <a:cs typeface="+mn-cs"/>
        </a:defRPr>
      </a:lvl2pPr>
      <a:lvl3pPr marL="4023305" algn="l" defTabSz="4023305" rtl="0" eaLnBrk="1" latinLnBrk="0" hangingPunct="1">
        <a:defRPr sz="7884" kern="1200">
          <a:solidFill>
            <a:schemeClr val="tx1"/>
          </a:solidFill>
          <a:latin typeface="+mn-lt"/>
          <a:ea typeface="+mn-ea"/>
          <a:cs typeface="+mn-cs"/>
        </a:defRPr>
      </a:lvl3pPr>
      <a:lvl4pPr marL="6034958" algn="l" defTabSz="4023305" rtl="0" eaLnBrk="1" latinLnBrk="0" hangingPunct="1">
        <a:defRPr sz="7884" kern="1200">
          <a:solidFill>
            <a:schemeClr val="tx1"/>
          </a:solidFill>
          <a:latin typeface="+mn-lt"/>
          <a:ea typeface="+mn-ea"/>
          <a:cs typeface="+mn-cs"/>
        </a:defRPr>
      </a:lvl4pPr>
      <a:lvl5pPr marL="8046610" algn="l" defTabSz="4023305" rtl="0" eaLnBrk="1" latinLnBrk="0" hangingPunct="1">
        <a:defRPr sz="7884" kern="1200">
          <a:solidFill>
            <a:schemeClr val="tx1"/>
          </a:solidFill>
          <a:latin typeface="+mn-lt"/>
          <a:ea typeface="+mn-ea"/>
          <a:cs typeface="+mn-cs"/>
        </a:defRPr>
      </a:lvl5pPr>
      <a:lvl6pPr marL="10058263" algn="l" defTabSz="4023305" rtl="0" eaLnBrk="1" latinLnBrk="0" hangingPunct="1">
        <a:defRPr sz="7884" kern="1200">
          <a:solidFill>
            <a:schemeClr val="tx1"/>
          </a:solidFill>
          <a:latin typeface="+mn-lt"/>
          <a:ea typeface="+mn-ea"/>
          <a:cs typeface="+mn-cs"/>
        </a:defRPr>
      </a:lvl6pPr>
      <a:lvl7pPr marL="12069917" algn="l" defTabSz="4023305" rtl="0" eaLnBrk="1" latinLnBrk="0" hangingPunct="1">
        <a:defRPr sz="7884" kern="1200">
          <a:solidFill>
            <a:schemeClr val="tx1"/>
          </a:solidFill>
          <a:latin typeface="+mn-lt"/>
          <a:ea typeface="+mn-ea"/>
          <a:cs typeface="+mn-cs"/>
        </a:defRPr>
      </a:lvl7pPr>
      <a:lvl8pPr marL="14081568" algn="l" defTabSz="4023305" rtl="0" eaLnBrk="1" latinLnBrk="0" hangingPunct="1">
        <a:defRPr sz="7884" kern="1200">
          <a:solidFill>
            <a:schemeClr val="tx1"/>
          </a:solidFill>
          <a:latin typeface="+mn-lt"/>
          <a:ea typeface="+mn-ea"/>
          <a:cs typeface="+mn-cs"/>
        </a:defRPr>
      </a:lvl8pPr>
      <a:lvl9pPr marL="16093221" algn="l" defTabSz="4023305" rtl="0" eaLnBrk="1" latinLnBrk="0" hangingPunct="1">
        <a:defRPr sz="78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33"/>
          <p:cNvSpPr>
            <a:spLocks noChangeArrowheads="1"/>
          </p:cNvSpPr>
          <p:nvPr/>
        </p:nvSpPr>
        <p:spPr bwMode="auto">
          <a:xfrm>
            <a:off x="628650" y="8007350"/>
            <a:ext cx="6915150" cy="310896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  <a:miter lim="800000"/>
            <a:headEnd/>
            <a:tailEnd/>
          </a:ln>
        </p:spPr>
        <p:txBody>
          <a:bodyPr wrap="none" lIns="83816" tIns="41907" rIns="83816" bIns="41907" anchor="ctr"/>
          <a:lstStyle/>
          <a:p>
            <a:endParaRPr lang="en-US" sz="7884"/>
          </a:p>
        </p:txBody>
      </p:sp>
      <p:sp>
        <p:nvSpPr>
          <p:cNvPr id="5123" name="Rectangle 35"/>
          <p:cNvSpPr>
            <a:spLocks noChangeArrowheads="1"/>
          </p:cNvSpPr>
          <p:nvPr/>
        </p:nvSpPr>
        <p:spPr bwMode="auto">
          <a:xfrm>
            <a:off x="22631400" y="8007350"/>
            <a:ext cx="6915150" cy="310896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  <a:miter lim="800000"/>
            <a:headEnd/>
            <a:tailEnd/>
          </a:ln>
        </p:spPr>
        <p:txBody>
          <a:bodyPr wrap="none" lIns="83816" tIns="41907" rIns="83816" bIns="41907" anchor="ctr"/>
          <a:lstStyle/>
          <a:p>
            <a:endParaRPr lang="en-US" sz="7884"/>
          </a:p>
        </p:txBody>
      </p:sp>
      <p:sp>
        <p:nvSpPr>
          <p:cNvPr id="5124" name="Rectangle 33"/>
          <p:cNvSpPr>
            <a:spLocks noChangeArrowheads="1"/>
          </p:cNvSpPr>
          <p:nvPr/>
        </p:nvSpPr>
        <p:spPr bwMode="auto">
          <a:xfrm>
            <a:off x="7989094" y="8007350"/>
            <a:ext cx="14144625" cy="310896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  <a:miter lim="800000"/>
            <a:headEnd/>
            <a:tailEnd/>
          </a:ln>
        </p:spPr>
        <p:txBody>
          <a:bodyPr wrap="none" lIns="83816" tIns="41907" rIns="83816" bIns="41907" anchor="ctr"/>
          <a:lstStyle/>
          <a:p>
            <a:endParaRPr lang="en-US" sz="7884"/>
          </a:p>
        </p:txBody>
      </p:sp>
      <p:cxnSp>
        <p:nvCxnSpPr>
          <p:cNvPr id="22" name="Straight Connector 21"/>
          <p:cNvCxnSpPr/>
          <p:nvPr userDrawn="1"/>
        </p:nvCxnSpPr>
        <p:spPr>
          <a:xfrm>
            <a:off x="628650" y="7315200"/>
            <a:ext cx="28917900" cy="0"/>
          </a:xfrm>
          <a:prstGeom prst="line">
            <a:avLst/>
          </a:prstGeom>
          <a:ln w="76200" cap="flat" cmpd="sng" algn="ctr">
            <a:solidFill>
              <a:schemeClr val="tx2">
                <a:alpha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 userDrawn="1"/>
        </p:nvCxnSpPr>
        <p:spPr>
          <a:xfrm>
            <a:off x="628650" y="39822438"/>
            <a:ext cx="28917900" cy="0"/>
          </a:xfrm>
          <a:prstGeom prst="line">
            <a:avLst/>
          </a:prstGeom>
          <a:ln w="38100" cap="flat" cmpd="sng" algn="ctr">
            <a:solidFill>
              <a:schemeClr val="tx2">
                <a:alpha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046A2C79-EB5F-B048-9484-9CAC8B0EC169}"/>
              </a:ext>
            </a:extLst>
          </p:cNvPr>
          <p:cNvSpPr>
            <a:spLocks noChangeArrowheads="1"/>
          </p:cNvSpPr>
          <p:nvPr userDrawn="1"/>
        </p:nvSpPr>
        <p:spPr bwMode="auto">
          <a:xfrm flipV="1">
            <a:off x="0" y="1"/>
            <a:ext cx="30175200" cy="6596063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3816" tIns="41907" rIns="83816" bIns="41907" anchor="ctr"/>
          <a:lstStyle/>
          <a:p>
            <a:endParaRPr lang="en-US" sz="7884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962EBB0-BB35-F74F-95F9-86A1BCF18C1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795127"/>
            <a:ext cx="2271289" cy="3216484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55" r:id="rId1"/>
  </p:sldLayoutIdLst>
  <p:txStyles>
    <p:titleStyle>
      <a:lvl1pPr algn="ctr" defTabSz="4022342" rtl="0" eaLnBrk="0" fontAlgn="base" hangingPunct="0">
        <a:spcBef>
          <a:spcPct val="0"/>
        </a:spcBef>
        <a:spcAft>
          <a:spcPct val="0"/>
        </a:spcAft>
        <a:defRPr sz="8067" kern="1200">
          <a:solidFill>
            <a:schemeClr val="bg1"/>
          </a:solidFill>
          <a:latin typeface="Trebuchet MS" pitchFamily="34" charset="0"/>
          <a:ea typeface="ＭＳ Ｐゴシック" charset="-128"/>
          <a:cs typeface="ＭＳ Ｐゴシック" charset="-128"/>
        </a:defRPr>
      </a:lvl1pPr>
      <a:lvl2pPr algn="ctr" defTabSz="4022342" rtl="0" eaLnBrk="0" fontAlgn="base" hangingPunct="0">
        <a:spcBef>
          <a:spcPct val="0"/>
        </a:spcBef>
        <a:spcAft>
          <a:spcPct val="0"/>
        </a:spcAft>
        <a:defRPr sz="8067">
          <a:solidFill>
            <a:schemeClr val="bg1"/>
          </a:solidFill>
          <a:latin typeface="Trebuchet MS" charset="0"/>
          <a:ea typeface="ＭＳ Ｐゴシック" charset="-128"/>
          <a:cs typeface="ＭＳ Ｐゴシック" charset="-128"/>
        </a:defRPr>
      </a:lvl2pPr>
      <a:lvl3pPr algn="ctr" defTabSz="4022342" rtl="0" eaLnBrk="0" fontAlgn="base" hangingPunct="0">
        <a:spcBef>
          <a:spcPct val="0"/>
        </a:spcBef>
        <a:spcAft>
          <a:spcPct val="0"/>
        </a:spcAft>
        <a:defRPr sz="8067">
          <a:solidFill>
            <a:schemeClr val="bg1"/>
          </a:solidFill>
          <a:latin typeface="Trebuchet MS" charset="0"/>
          <a:ea typeface="ＭＳ Ｐゴシック" charset="-128"/>
          <a:cs typeface="ＭＳ Ｐゴシック" charset="-128"/>
        </a:defRPr>
      </a:lvl3pPr>
      <a:lvl4pPr algn="ctr" defTabSz="4022342" rtl="0" eaLnBrk="0" fontAlgn="base" hangingPunct="0">
        <a:spcBef>
          <a:spcPct val="0"/>
        </a:spcBef>
        <a:spcAft>
          <a:spcPct val="0"/>
        </a:spcAft>
        <a:defRPr sz="8067">
          <a:solidFill>
            <a:schemeClr val="bg1"/>
          </a:solidFill>
          <a:latin typeface="Trebuchet MS" charset="0"/>
          <a:ea typeface="ＭＳ Ｐゴシック" charset="-128"/>
          <a:cs typeface="ＭＳ Ｐゴシック" charset="-128"/>
        </a:defRPr>
      </a:lvl4pPr>
      <a:lvl5pPr algn="ctr" defTabSz="4022342" rtl="0" eaLnBrk="0" fontAlgn="base" hangingPunct="0">
        <a:spcBef>
          <a:spcPct val="0"/>
        </a:spcBef>
        <a:spcAft>
          <a:spcPct val="0"/>
        </a:spcAft>
        <a:defRPr sz="8067">
          <a:solidFill>
            <a:schemeClr val="bg1"/>
          </a:solidFill>
          <a:latin typeface="Trebuchet MS" charset="0"/>
          <a:ea typeface="ＭＳ Ｐゴシック" charset="-128"/>
          <a:cs typeface="ＭＳ Ｐゴシック" charset="-128"/>
        </a:defRPr>
      </a:lvl5pPr>
      <a:lvl6pPr marL="419115" algn="ctr" defTabSz="4022342" rtl="0" fontAlgn="base">
        <a:spcBef>
          <a:spcPct val="0"/>
        </a:spcBef>
        <a:spcAft>
          <a:spcPct val="0"/>
        </a:spcAft>
        <a:defRPr sz="8067">
          <a:solidFill>
            <a:schemeClr val="bg1"/>
          </a:solidFill>
          <a:latin typeface="Trebuchet MS" charset="0"/>
          <a:ea typeface="ＭＳ Ｐゴシック" charset="-128"/>
          <a:cs typeface="ＭＳ Ｐゴシック" charset="-128"/>
        </a:defRPr>
      </a:lvl6pPr>
      <a:lvl7pPr marL="838230" algn="ctr" defTabSz="4022342" rtl="0" fontAlgn="base">
        <a:spcBef>
          <a:spcPct val="0"/>
        </a:spcBef>
        <a:spcAft>
          <a:spcPct val="0"/>
        </a:spcAft>
        <a:defRPr sz="8067">
          <a:solidFill>
            <a:schemeClr val="bg1"/>
          </a:solidFill>
          <a:latin typeface="Trebuchet MS" charset="0"/>
          <a:ea typeface="ＭＳ Ｐゴシック" charset="-128"/>
          <a:cs typeface="ＭＳ Ｐゴシック" charset="-128"/>
        </a:defRPr>
      </a:lvl7pPr>
      <a:lvl8pPr marL="1257346" algn="ctr" defTabSz="4022342" rtl="0" fontAlgn="base">
        <a:spcBef>
          <a:spcPct val="0"/>
        </a:spcBef>
        <a:spcAft>
          <a:spcPct val="0"/>
        </a:spcAft>
        <a:defRPr sz="8067">
          <a:solidFill>
            <a:schemeClr val="bg1"/>
          </a:solidFill>
          <a:latin typeface="Trebuchet MS" charset="0"/>
          <a:ea typeface="ＭＳ Ｐゴシック" charset="-128"/>
          <a:cs typeface="ＭＳ Ｐゴシック" charset="-128"/>
        </a:defRPr>
      </a:lvl8pPr>
      <a:lvl9pPr marL="1676461" algn="ctr" defTabSz="4022342" rtl="0" fontAlgn="base">
        <a:spcBef>
          <a:spcPct val="0"/>
        </a:spcBef>
        <a:spcAft>
          <a:spcPct val="0"/>
        </a:spcAft>
        <a:defRPr sz="8067">
          <a:solidFill>
            <a:schemeClr val="bg1"/>
          </a:solidFill>
          <a:latin typeface="Trebuchet MS" charset="0"/>
          <a:ea typeface="ＭＳ Ｐゴシック" charset="-128"/>
          <a:cs typeface="ＭＳ Ｐゴシック" charset="-128"/>
        </a:defRPr>
      </a:lvl9pPr>
    </p:titleStyle>
    <p:bodyStyle>
      <a:lvl1pPr marL="1507651" indent="-1507651" algn="l" defTabSz="4022342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14117" kern="1200">
          <a:solidFill>
            <a:schemeClr val="tx1"/>
          </a:solidFill>
          <a:latin typeface="+mn-lt"/>
          <a:ea typeface="ＭＳ Ｐゴシック" charset="-128"/>
          <a:cs typeface="ＭＳ Ｐゴシック" charset="-128"/>
        </a:defRPr>
      </a:lvl1pPr>
      <a:lvl2pPr marL="3268517" indent="-1255891" algn="l" defTabSz="4022342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2375" kern="1200">
          <a:solidFill>
            <a:schemeClr val="tx1"/>
          </a:solidFill>
          <a:latin typeface="+mn-lt"/>
          <a:ea typeface="ＭＳ Ｐゴシック" charset="-128"/>
          <a:cs typeface="+mn-cs"/>
        </a:defRPr>
      </a:lvl2pPr>
      <a:lvl3pPr marL="5027928" indent="-1005586" algn="l" defTabSz="4022342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10634" kern="1200">
          <a:solidFill>
            <a:schemeClr val="tx1"/>
          </a:solidFill>
          <a:latin typeface="+mn-lt"/>
          <a:ea typeface="ＭＳ Ｐゴシック" charset="-128"/>
          <a:cs typeface="+mn-cs"/>
        </a:defRPr>
      </a:lvl3pPr>
      <a:lvl4pPr marL="7040554" indent="-1005586" algn="l" defTabSz="4022342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8800" kern="1200">
          <a:solidFill>
            <a:schemeClr val="tx1"/>
          </a:solidFill>
          <a:latin typeface="+mn-lt"/>
          <a:ea typeface="ＭＳ Ｐゴシック" charset="-128"/>
          <a:cs typeface="+mn-cs"/>
        </a:defRPr>
      </a:lvl4pPr>
      <a:lvl5pPr marL="9051725" indent="-1005586" algn="l" defTabSz="4022342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8800" kern="1200">
          <a:solidFill>
            <a:schemeClr val="tx1"/>
          </a:solidFill>
          <a:latin typeface="+mn-lt"/>
          <a:ea typeface="ＭＳ Ｐゴシック" charset="-128"/>
          <a:cs typeface="+mn-cs"/>
        </a:defRPr>
      </a:lvl5pPr>
      <a:lvl6pPr marL="11064090" indent="-1005827" algn="l" defTabSz="4023305" rtl="0" eaLnBrk="1" latinLnBrk="0" hangingPunct="1">
        <a:spcBef>
          <a:spcPct val="20000"/>
        </a:spcBef>
        <a:buFont typeface="Arial" pitchFamily="34" charset="0"/>
        <a:buChar char="•"/>
        <a:defRPr sz="8800" kern="1200">
          <a:solidFill>
            <a:schemeClr val="tx1"/>
          </a:solidFill>
          <a:latin typeface="+mn-lt"/>
          <a:ea typeface="+mn-ea"/>
          <a:cs typeface="+mn-cs"/>
        </a:defRPr>
      </a:lvl6pPr>
      <a:lvl7pPr marL="13075741" indent="-1005827" algn="l" defTabSz="4023305" rtl="0" eaLnBrk="1" latinLnBrk="0" hangingPunct="1">
        <a:spcBef>
          <a:spcPct val="20000"/>
        </a:spcBef>
        <a:buFont typeface="Arial" pitchFamily="34" charset="0"/>
        <a:buChar char="•"/>
        <a:defRPr sz="8800" kern="1200">
          <a:solidFill>
            <a:schemeClr val="tx1"/>
          </a:solidFill>
          <a:latin typeface="+mn-lt"/>
          <a:ea typeface="+mn-ea"/>
          <a:cs typeface="+mn-cs"/>
        </a:defRPr>
      </a:lvl7pPr>
      <a:lvl8pPr marL="15087394" indent="-1005827" algn="l" defTabSz="4023305" rtl="0" eaLnBrk="1" latinLnBrk="0" hangingPunct="1">
        <a:spcBef>
          <a:spcPct val="20000"/>
        </a:spcBef>
        <a:buFont typeface="Arial" pitchFamily="34" charset="0"/>
        <a:buChar char="•"/>
        <a:defRPr sz="8800" kern="1200">
          <a:solidFill>
            <a:schemeClr val="tx1"/>
          </a:solidFill>
          <a:latin typeface="+mn-lt"/>
          <a:ea typeface="+mn-ea"/>
          <a:cs typeface="+mn-cs"/>
        </a:defRPr>
      </a:lvl8pPr>
      <a:lvl9pPr marL="17099047" indent="-1005827" algn="l" defTabSz="4023305" rtl="0" eaLnBrk="1" latinLnBrk="0" hangingPunct="1">
        <a:spcBef>
          <a:spcPct val="20000"/>
        </a:spcBef>
        <a:buFont typeface="Arial" pitchFamily="34" charset="0"/>
        <a:buChar char="•"/>
        <a:defRPr sz="8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023305" rtl="0" eaLnBrk="1" latinLnBrk="0" hangingPunct="1">
        <a:defRPr sz="7884" kern="1200">
          <a:solidFill>
            <a:schemeClr val="tx1"/>
          </a:solidFill>
          <a:latin typeface="+mn-lt"/>
          <a:ea typeface="+mn-ea"/>
          <a:cs typeface="+mn-cs"/>
        </a:defRPr>
      </a:lvl1pPr>
      <a:lvl2pPr marL="2011653" algn="l" defTabSz="4023305" rtl="0" eaLnBrk="1" latinLnBrk="0" hangingPunct="1">
        <a:defRPr sz="7884" kern="1200">
          <a:solidFill>
            <a:schemeClr val="tx1"/>
          </a:solidFill>
          <a:latin typeface="+mn-lt"/>
          <a:ea typeface="+mn-ea"/>
          <a:cs typeface="+mn-cs"/>
        </a:defRPr>
      </a:lvl2pPr>
      <a:lvl3pPr marL="4023305" algn="l" defTabSz="4023305" rtl="0" eaLnBrk="1" latinLnBrk="0" hangingPunct="1">
        <a:defRPr sz="7884" kern="1200">
          <a:solidFill>
            <a:schemeClr val="tx1"/>
          </a:solidFill>
          <a:latin typeface="+mn-lt"/>
          <a:ea typeface="+mn-ea"/>
          <a:cs typeface="+mn-cs"/>
        </a:defRPr>
      </a:lvl3pPr>
      <a:lvl4pPr marL="6034958" algn="l" defTabSz="4023305" rtl="0" eaLnBrk="1" latinLnBrk="0" hangingPunct="1">
        <a:defRPr sz="7884" kern="1200">
          <a:solidFill>
            <a:schemeClr val="tx1"/>
          </a:solidFill>
          <a:latin typeface="+mn-lt"/>
          <a:ea typeface="+mn-ea"/>
          <a:cs typeface="+mn-cs"/>
        </a:defRPr>
      </a:lvl4pPr>
      <a:lvl5pPr marL="8046610" algn="l" defTabSz="4023305" rtl="0" eaLnBrk="1" latinLnBrk="0" hangingPunct="1">
        <a:defRPr sz="7884" kern="1200">
          <a:solidFill>
            <a:schemeClr val="tx1"/>
          </a:solidFill>
          <a:latin typeface="+mn-lt"/>
          <a:ea typeface="+mn-ea"/>
          <a:cs typeface="+mn-cs"/>
        </a:defRPr>
      </a:lvl5pPr>
      <a:lvl6pPr marL="10058263" algn="l" defTabSz="4023305" rtl="0" eaLnBrk="1" latinLnBrk="0" hangingPunct="1">
        <a:defRPr sz="7884" kern="1200">
          <a:solidFill>
            <a:schemeClr val="tx1"/>
          </a:solidFill>
          <a:latin typeface="+mn-lt"/>
          <a:ea typeface="+mn-ea"/>
          <a:cs typeface="+mn-cs"/>
        </a:defRPr>
      </a:lvl6pPr>
      <a:lvl7pPr marL="12069917" algn="l" defTabSz="4023305" rtl="0" eaLnBrk="1" latinLnBrk="0" hangingPunct="1">
        <a:defRPr sz="7884" kern="1200">
          <a:solidFill>
            <a:schemeClr val="tx1"/>
          </a:solidFill>
          <a:latin typeface="+mn-lt"/>
          <a:ea typeface="+mn-ea"/>
          <a:cs typeface="+mn-cs"/>
        </a:defRPr>
      </a:lvl7pPr>
      <a:lvl8pPr marL="14081568" algn="l" defTabSz="4023305" rtl="0" eaLnBrk="1" latinLnBrk="0" hangingPunct="1">
        <a:defRPr sz="7884" kern="1200">
          <a:solidFill>
            <a:schemeClr val="tx1"/>
          </a:solidFill>
          <a:latin typeface="+mn-lt"/>
          <a:ea typeface="+mn-ea"/>
          <a:cs typeface="+mn-cs"/>
        </a:defRPr>
      </a:lvl8pPr>
      <a:lvl9pPr marL="16093221" algn="l" defTabSz="4023305" rtl="0" eaLnBrk="1" latinLnBrk="0" hangingPunct="1">
        <a:defRPr sz="78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33"/>
          <p:cNvSpPr>
            <a:spLocks noChangeArrowheads="1"/>
          </p:cNvSpPr>
          <p:nvPr/>
        </p:nvSpPr>
        <p:spPr bwMode="auto">
          <a:xfrm>
            <a:off x="8016744" y="7999413"/>
            <a:ext cx="21526896" cy="310896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  <a:miter lim="800000"/>
            <a:headEnd/>
            <a:tailEnd/>
          </a:ln>
        </p:spPr>
        <p:txBody>
          <a:bodyPr wrap="none" lIns="83816" tIns="41907" rIns="83816" bIns="41907" anchor="ctr"/>
          <a:lstStyle/>
          <a:p>
            <a:endParaRPr lang="en-US" sz="7884"/>
          </a:p>
        </p:txBody>
      </p:sp>
      <p:sp>
        <p:nvSpPr>
          <p:cNvPr id="6147" name="Rectangle 33"/>
          <p:cNvSpPr>
            <a:spLocks noChangeArrowheads="1"/>
          </p:cNvSpPr>
          <p:nvPr userDrawn="1"/>
        </p:nvSpPr>
        <p:spPr bwMode="auto">
          <a:xfrm>
            <a:off x="628650" y="7999413"/>
            <a:ext cx="6915150" cy="3108960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2"/>
            </a:solidFill>
            <a:miter lim="800000"/>
            <a:headEnd/>
            <a:tailEnd/>
          </a:ln>
        </p:spPr>
        <p:txBody>
          <a:bodyPr wrap="none" lIns="83816" tIns="41907" rIns="83816" bIns="41907" anchor="ctr"/>
          <a:lstStyle/>
          <a:p>
            <a:pPr>
              <a:defRPr/>
            </a:pPr>
            <a:endParaRPr lang="en-US" sz="7884"/>
          </a:p>
        </p:txBody>
      </p:sp>
      <p:cxnSp>
        <p:nvCxnSpPr>
          <p:cNvPr id="21" name="Straight Connector 20"/>
          <p:cNvCxnSpPr/>
          <p:nvPr userDrawn="1"/>
        </p:nvCxnSpPr>
        <p:spPr>
          <a:xfrm>
            <a:off x="628650" y="7315200"/>
            <a:ext cx="28917900" cy="0"/>
          </a:xfrm>
          <a:prstGeom prst="line">
            <a:avLst/>
          </a:prstGeom>
          <a:ln w="76200" cap="flat" cmpd="sng" algn="ctr">
            <a:solidFill>
              <a:schemeClr val="tx2">
                <a:alpha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 userDrawn="1"/>
        </p:nvCxnSpPr>
        <p:spPr>
          <a:xfrm>
            <a:off x="628650" y="39822438"/>
            <a:ext cx="28917900" cy="0"/>
          </a:xfrm>
          <a:prstGeom prst="line">
            <a:avLst/>
          </a:prstGeom>
          <a:ln w="38100" cap="flat" cmpd="sng" algn="ctr">
            <a:solidFill>
              <a:schemeClr val="tx2">
                <a:alpha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E7BE1506-68B1-B74D-9564-838841A60713}"/>
              </a:ext>
            </a:extLst>
          </p:cNvPr>
          <p:cNvSpPr>
            <a:spLocks noChangeArrowheads="1"/>
          </p:cNvSpPr>
          <p:nvPr userDrawn="1"/>
        </p:nvSpPr>
        <p:spPr bwMode="auto">
          <a:xfrm flipV="1">
            <a:off x="0" y="1"/>
            <a:ext cx="30175200" cy="6596063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3816" tIns="41907" rIns="83816" bIns="41907" anchor="ctr"/>
          <a:lstStyle/>
          <a:p>
            <a:endParaRPr lang="en-US" sz="7884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7FCA64A-87BF-8C48-936C-E1C3E86F8E4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795127"/>
            <a:ext cx="2271289" cy="3216484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56" r:id="rId1"/>
  </p:sldLayoutIdLst>
  <p:txStyles>
    <p:titleStyle>
      <a:lvl1pPr algn="ctr" defTabSz="4022342" rtl="0" eaLnBrk="0" fontAlgn="base" hangingPunct="0">
        <a:spcBef>
          <a:spcPct val="0"/>
        </a:spcBef>
        <a:spcAft>
          <a:spcPct val="0"/>
        </a:spcAft>
        <a:defRPr sz="8067" kern="1200">
          <a:solidFill>
            <a:schemeClr val="bg1"/>
          </a:solidFill>
          <a:latin typeface="Trebuchet MS" pitchFamily="34" charset="0"/>
          <a:ea typeface="ＭＳ Ｐゴシック" charset="-128"/>
          <a:cs typeface="ＭＳ Ｐゴシック" charset="-128"/>
        </a:defRPr>
      </a:lvl1pPr>
      <a:lvl2pPr algn="ctr" defTabSz="4022342" rtl="0" eaLnBrk="0" fontAlgn="base" hangingPunct="0">
        <a:spcBef>
          <a:spcPct val="0"/>
        </a:spcBef>
        <a:spcAft>
          <a:spcPct val="0"/>
        </a:spcAft>
        <a:defRPr sz="8067">
          <a:solidFill>
            <a:schemeClr val="bg1"/>
          </a:solidFill>
          <a:latin typeface="Trebuchet MS" charset="0"/>
          <a:ea typeface="ＭＳ Ｐゴシック" charset="-128"/>
          <a:cs typeface="ＭＳ Ｐゴシック" charset="-128"/>
        </a:defRPr>
      </a:lvl2pPr>
      <a:lvl3pPr algn="ctr" defTabSz="4022342" rtl="0" eaLnBrk="0" fontAlgn="base" hangingPunct="0">
        <a:spcBef>
          <a:spcPct val="0"/>
        </a:spcBef>
        <a:spcAft>
          <a:spcPct val="0"/>
        </a:spcAft>
        <a:defRPr sz="8067">
          <a:solidFill>
            <a:schemeClr val="bg1"/>
          </a:solidFill>
          <a:latin typeface="Trebuchet MS" charset="0"/>
          <a:ea typeface="ＭＳ Ｐゴシック" charset="-128"/>
          <a:cs typeface="ＭＳ Ｐゴシック" charset="-128"/>
        </a:defRPr>
      </a:lvl3pPr>
      <a:lvl4pPr algn="ctr" defTabSz="4022342" rtl="0" eaLnBrk="0" fontAlgn="base" hangingPunct="0">
        <a:spcBef>
          <a:spcPct val="0"/>
        </a:spcBef>
        <a:spcAft>
          <a:spcPct val="0"/>
        </a:spcAft>
        <a:defRPr sz="8067">
          <a:solidFill>
            <a:schemeClr val="bg1"/>
          </a:solidFill>
          <a:latin typeface="Trebuchet MS" charset="0"/>
          <a:ea typeface="ＭＳ Ｐゴシック" charset="-128"/>
          <a:cs typeface="ＭＳ Ｐゴシック" charset="-128"/>
        </a:defRPr>
      </a:lvl4pPr>
      <a:lvl5pPr algn="ctr" defTabSz="4022342" rtl="0" eaLnBrk="0" fontAlgn="base" hangingPunct="0">
        <a:spcBef>
          <a:spcPct val="0"/>
        </a:spcBef>
        <a:spcAft>
          <a:spcPct val="0"/>
        </a:spcAft>
        <a:defRPr sz="8067">
          <a:solidFill>
            <a:schemeClr val="bg1"/>
          </a:solidFill>
          <a:latin typeface="Trebuchet MS" charset="0"/>
          <a:ea typeface="ＭＳ Ｐゴシック" charset="-128"/>
          <a:cs typeface="ＭＳ Ｐゴシック" charset="-128"/>
        </a:defRPr>
      </a:lvl5pPr>
      <a:lvl6pPr marL="419115" algn="ctr" defTabSz="4022342" rtl="0" fontAlgn="base">
        <a:spcBef>
          <a:spcPct val="0"/>
        </a:spcBef>
        <a:spcAft>
          <a:spcPct val="0"/>
        </a:spcAft>
        <a:defRPr sz="8067">
          <a:solidFill>
            <a:schemeClr val="bg1"/>
          </a:solidFill>
          <a:latin typeface="Trebuchet MS" charset="0"/>
          <a:ea typeface="ＭＳ Ｐゴシック" charset="-128"/>
          <a:cs typeface="ＭＳ Ｐゴシック" charset="-128"/>
        </a:defRPr>
      </a:lvl6pPr>
      <a:lvl7pPr marL="838230" algn="ctr" defTabSz="4022342" rtl="0" fontAlgn="base">
        <a:spcBef>
          <a:spcPct val="0"/>
        </a:spcBef>
        <a:spcAft>
          <a:spcPct val="0"/>
        </a:spcAft>
        <a:defRPr sz="8067">
          <a:solidFill>
            <a:schemeClr val="bg1"/>
          </a:solidFill>
          <a:latin typeface="Trebuchet MS" charset="0"/>
          <a:ea typeface="ＭＳ Ｐゴシック" charset="-128"/>
          <a:cs typeface="ＭＳ Ｐゴシック" charset="-128"/>
        </a:defRPr>
      </a:lvl7pPr>
      <a:lvl8pPr marL="1257346" algn="ctr" defTabSz="4022342" rtl="0" fontAlgn="base">
        <a:spcBef>
          <a:spcPct val="0"/>
        </a:spcBef>
        <a:spcAft>
          <a:spcPct val="0"/>
        </a:spcAft>
        <a:defRPr sz="8067">
          <a:solidFill>
            <a:schemeClr val="bg1"/>
          </a:solidFill>
          <a:latin typeface="Trebuchet MS" charset="0"/>
          <a:ea typeface="ＭＳ Ｐゴシック" charset="-128"/>
          <a:cs typeface="ＭＳ Ｐゴシック" charset="-128"/>
        </a:defRPr>
      </a:lvl8pPr>
      <a:lvl9pPr marL="1676461" algn="ctr" defTabSz="4022342" rtl="0" fontAlgn="base">
        <a:spcBef>
          <a:spcPct val="0"/>
        </a:spcBef>
        <a:spcAft>
          <a:spcPct val="0"/>
        </a:spcAft>
        <a:defRPr sz="8067">
          <a:solidFill>
            <a:schemeClr val="bg1"/>
          </a:solidFill>
          <a:latin typeface="Trebuchet MS" charset="0"/>
          <a:ea typeface="ＭＳ Ｐゴシック" charset="-128"/>
          <a:cs typeface="ＭＳ Ｐゴシック" charset="-128"/>
        </a:defRPr>
      </a:lvl9pPr>
    </p:titleStyle>
    <p:bodyStyle>
      <a:lvl1pPr marL="1507651" indent="-1507651" algn="l" defTabSz="4022342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14117" kern="1200">
          <a:solidFill>
            <a:schemeClr val="tx1"/>
          </a:solidFill>
          <a:latin typeface="+mn-lt"/>
          <a:ea typeface="ＭＳ Ｐゴシック" charset="-128"/>
          <a:cs typeface="ＭＳ Ｐゴシック" charset="-128"/>
        </a:defRPr>
      </a:lvl1pPr>
      <a:lvl2pPr marL="3268517" indent="-1255891" algn="l" defTabSz="4022342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2375" kern="1200">
          <a:solidFill>
            <a:schemeClr val="tx1"/>
          </a:solidFill>
          <a:latin typeface="+mn-lt"/>
          <a:ea typeface="ＭＳ Ｐゴシック" charset="-128"/>
          <a:cs typeface="+mn-cs"/>
        </a:defRPr>
      </a:lvl2pPr>
      <a:lvl3pPr marL="5027928" indent="-1005586" algn="l" defTabSz="4022342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10634" kern="1200">
          <a:solidFill>
            <a:schemeClr val="tx1"/>
          </a:solidFill>
          <a:latin typeface="+mn-lt"/>
          <a:ea typeface="ＭＳ Ｐゴシック" charset="-128"/>
          <a:cs typeface="+mn-cs"/>
        </a:defRPr>
      </a:lvl3pPr>
      <a:lvl4pPr marL="7040554" indent="-1005586" algn="l" defTabSz="4022342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8800" kern="1200">
          <a:solidFill>
            <a:schemeClr val="tx1"/>
          </a:solidFill>
          <a:latin typeface="+mn-lt"/>
          <a:ea typeface="ＭＳ Ｐゴシック" charset="-128"/>
          <a:cs typeface="+mn-cs"/>
        </a:defRPr>
      </a:lvl4pPr>
      <a:lvl5pPr marL="9051725" indent="-1005586" algn="l" defTabSz="4022342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8800" kern="1200">
          <a:solidFill>
            <a:schemeClr val="tx1"/>
          </a:solidFill>
          <a:latin typeface="+mn-lt"/>
          <a:ea typeface="ＭＳ Ｐゴシック" charset="-128"/>
          <a:cs typeface="+mn-cs"/>
        </a:defRPr>
      </a:lvl5pPr>
      <a:lvl6pPr marL="11064090" indent="-1005827" algn="l" defTabSz="4023305" rtl="0" eaLnBrk="1" latinLnBrk="0" hangingPunct="1">
        <a:spcBef>
          <a:spcPct val="20000"/>
        </a:spcBef>
        <a:buFont typeface="Arial" pitchFamily="34" charset="0"/>
        <a:buChar char="•"/>
        <a:defRPr sz="8800" kern="1200">
          <a:solidFill>
            <a:schemeClr val="tx1"/>
          </a:solidFill>
          <a:latin typeface="+mn-lt"/>
          <a:ea typeface="+mn-ea"/>
          <a:cs typeface="+mn-cs"/>
        </a:defRPr>
      </a:lvl6pPr>
      <a:lvl7pPr marL="13075741" indent="-1005827" algn="l" defTabSz="4023305" rtl="0" eaLnBrk="1" latinLnBrk="0" hangingPunct="1">
        <a:spcBef>
          <a:spcPct val="20000"/>
        </a:spcBef>
        <a:buFont typeface="Arial" pitchFamily="34" charset="0"/>
        <a:buChar char="•"/>
        <a:defRPr sz="8800" kern="1200">
          <a:solidFill>
            <a:schemeClr val="tx1"/>
          </a:solidFill>
          <a:latin typeface="+mn-lt"/>
          <a:ea typeface="+mn-ea"/>
          <a:cs typeface="+mn-cs"/>
        </a:defRPr>
      </a:lvl7pPr>
      <a:lvl8pPr marL="15087394" indent="-1005827" algn="l" defTabSz="4023305" rtl="0" eaLnBrk="1" latinLnBrk="0" hangingPunct="1">
        <a:spcBef>
          <a:spcPct val="20000"/>
        </a:spcBef>
        <a:buFont typeface="Arial" pitchFamily="34" charset="0"/>
        <a:buChar char="•"/>
        <a:defRPr sz="8800" kern="1200">
          <a:solidFill>
            <a:schemeClr val="tx1"/>
          </a:solidFill>
          <a:latin typeface="+mn-lt"/>
          <a:ea typeface="+mn-ea"/>
          <a:cs typeface="+mn-cs"/>
        </a:defRPr>
      </a:lvl8pPr>
      <a:lvl9pPr marL="17099047" indent="-1005827" algn="l" defTabSz="4023305" rtl="0" eaLnBrk="1" latinLnBrk="0" hangingPunct="1">
        <a:spcBef>
          <a:spcPct val="20000"/>
        </a:spcBef>
        <a:buFont typeface="Arial" pitchFamily="34" charset="0"/>
        <a:buChar char="•"/>
        <a:defRPr sz="8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023305" rtl="0" eaLnBrk="1" latinLnBrk="0" hangingPunct="1">
        <a:defRPr sz="7884" kern="1200">
          <a:solidFill>
            <a:schemeClr val="tx1"/>
          </a:solidFill>
          <a:latin typeface="+mn-lt"/>
          <a:ea typeface="+mn-ea"/>
          <a:cs typeface="+mn-cs"/>
        </a:defRPr>
      </a:lvl1pPr>
      <a:lvl2pPr marL="2011653" algn="l" defTabSz="4023305" rtl="0" eaLnBrk="1" latinLnBrk="0" hangingPunct="1">
        <a:defRPr sz="7884" kern="1200">
          <a:solidFill>
            <a:schemeClr val="tx1"/>
          </a:solidFill>
          <a:latin typeface="+mn-lt"/>
          <a:ea typeface="+mn-ea"/>
          <a:cs typeface="+mn-cs"/>
        </a:defRPr>
      </a:lvl2pPr>
      <a:lvl3pPr marL="4023305" algn="l" defTabSz="4023305" rtl="0" eaLnBrk="1" latinLnBrk="0" hangingPunct="1">
        <a:defRPr sz="7884" kern="1200">
          <a:solidFill>
            <a:schemeClr val="tx1"/>
          </a:solidFill>
          <a:latin typeface="+mn-lt"/>
          <a:ea typeface="+mn-ea"/>
          <a:cs typeface="+mn-cs"/>
        </a:defRPr>
      </a:lvl3pPr>
      <a:lvl4pPr marL="6034958" algn="l" defTabSz="4023305" rtl="0" eaLnBrk="1" latinLnBrk="0" hangingPunct="1">
        <a:defRPr sz="7884" kern="1200">
          <a:solidFill>
            <a:schemeClr val="tx1"/>
          </a:solidFill>
          <a:latin typeface="+mn-lt"/>
          <a:ea typeface="+mn-ea"/>
          <a:cs typeface="+mn-cs"/>
        </a:defRPr>
      </a:lvl4pPr>
      <a:lvl5pPr marL="8046610" algn="l" defTabSz="4023305" rtl="0" eaLnBrk="1" latinLnBrk="0" hangingPunct="1">
        <a:defRPr sz="7884" kern="1200">
          <a:solidFill>
            <a:schemeClr val="tx1"/>
          </a:solidFill>
          <a:latin typeface="+mn-lt"/>
          <a:ea typeface="+mn-ea"/>
          <a:cs typeface="+mn-cs"/>
        </a:defRPr>
      </a:lvl5pPr>
      <a:lvl6pPr marL="10058263" algn="l" defTabSz="4023305" rtl="0" eaLnBrk="1" latinLnBrk="0" hangingPunct="1">
        <a:defRPr sz="7884" kern="1200">
          <a:solidFill>
            <a:schemeClr val="tx1"/>
          </a:solidFill>
          <a:latin typeface="+mn-lt"/>
          <a:ea typeface="+mn-ea"/>
          <a:cs typeface="+mn-cs"/>
        </a:defRPr>
      </a:lvl6pPr>
      <a:lvl7pPr marL="12069917" algn="l" defTabSz="4023305" rtl="0" eaLnBrk="1" latinLnBrk="0" hangingPunct="1">
        <a:defRPr sz="7884" kern="1200">
          <a:solidFill>
            <a:schemeClr val="tx1"/>
          </a:solidFill>
          <a:latin typeface="+mn-lt"/>
          <a:ea typeface="+mn-ea"/>
          <a:cs typeface="+mn-cs"/>
        </a:defRPr>
      </a:lvl7pPr>
      <a:lvl8pPr marL="14081568" algn="l" defTabSz="4023305" rtl="0" eaLnBrk="1" latinLnBrk="0" hangingPunct="1">
        <a:defRPr sz="7884" kern="1200">
          <a:solidFill>
            <a:schemeClr val="tx1"/>
          </a:solidFill>
          <a:latin typeface="+mn-lt"/>
          <a:ea typeface="+mn-ea"/>
          <a:cs typeface="+mn-cs"/>
        </a:defRPr>
      </a:lvl8pPr>
      <a:lvl9pPr marL="16093221" algn="l" defTabSz="4023305" rtl="0" eaLnBrk="1" latinLnBrk="0" hangingPunct="1">
        <a:defRPr sz="78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06A31D38-555D-B347-9AB1-8426771A47A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6" name="Text Placeholder 45">
            <a:extLst>
              <a:ext uri="{FF2B5EF4-FFF2-40B4-BE49-F238E27FC236}">
                <a16:creationId xmlns:a16="http://schemas.microsoft.com/office/drawing/2014/main" id="{286114AB-30D5-D34A-B576-BF5D187AF41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Abstract</a:t>
            </a:r>
          </a:p>
        </p:txBody>
      </p:sp>
      <p:sp>
        <p:nvSpPr>
          <p:cNvPr id="47" name="Text Placeholder 46">
            <a:extLst>
              <a:ext uri="{FF2B5EF4-FFF2-40B4-BE49-F238E27FC236}">
                <a16:creationId xmlns:a16="http://schemas.microsoft.com/office/drawing/2014/main" id="{5D056A5A-9064-4741-AE18-8DC417A52AF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en-US" dirty="0"/>
              <a:t>Methodology</a:t>
            </a:r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EE3DF84C-8A0A-2040-8842-5800319B346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966175" y="16613087"/>
            <a:ext cx="6908601" cy="1612727"/>
          </a:xfrm>
        </p:spPr>
        <p:txBody>
          <a:bodyPr/>
          <a:lstStyle/>
          <a:p>
            <a:r>
              <a:rPr lang="en-US" dirty="0"/>
              <a:t>Data taken (should be two different boxes)</a:t>
            </a:r>
          </a:p>
          <a:p>
            <a:r>
              <a:rPr lang="en-US" dirty="0"/>
              <a:t>Power ratios</a:t>
            </a:r>
          </a:p>
          <a:p>
            <a:r>
              <a:rPr lang="en-US" dirty="0"/>
              <a:t>Magnet field changes</a:t>
            </a:r>
          </a:p>
        </p:txBody>
      </p:sp>
      <p:sp>
        <p:nvSpPr>
          <p:cNvPr id="49" name="Text Placeholder 48">
            <a:extLst>
              <a:ext uri="{FF2B5EF4-FFF2-40B4-BE49-F238E27FC236}">
                <a16:creationId xmlns:a16="http://schemas.microsoft.com/office/drawing/2014/main" id="{F019DC3C-02A0-B140-9422-95A8BF7C064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7966176" y="15488973"/>
            <a:ext cx="6908601" cy="891334"/>
          </a:xfrm>
        </p:spPr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50" name="Text Placeholder 49">
            <a:extLst>
              <a:ext uri="{FF2B5EF4-FFF2-40B4-BE49-F238E27FC236}">
                <a16:creationId xmlns:a16="http://schemas.microsoft.com/office/drawing/2014/main" id="{E20E3472-4D95-F848-BA65-8A6EE060C235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5303699" y="20902723"/>
            <a:ext cx="6908601" cy="83097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1" name="Text Placeholder 50">
            <a:extLst>
              <a:ext uri="{FF2B5EF4-FFF2-40B4-BE49-F238E27FC236}">
                <a16:creationId xmlns:a16="http://schemas.microsoft.com/office/drawing/2014/main" id="{0A779AD3-032F-EB41-8895-AF29183B78D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966176" y="8019680"/>
            <a:ext cx="14246124" cy="891334"/>
          </a:xfrm>
        </p:spPr>
        <p:txBody>
          <a:bodyPr/>
          <a:lstStyle/>
          <a:p>
            <a:r>
              <a:rPr lang="en-US" dirty="0"/>
              <a:t>Experimental Setup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3C97E0B7-B816-8947-B695-D3F4DF9A1D0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53" name="Text Placeholder 52">
            <a:extLst>
              <a:ext uri="{FF2B5EF4-FFF2-40B4-BE49-F238E27FC236}">
                <a16:creationId xmlns:a16="http://schemas.microsoft.com/office/drawing/2014/main" id="{2C878CC6-AACC-9647-BA5F-D99707D05124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4" name="Text Placeholder 53">
            <a:extLst>
              <a:ext uri="{FF2B5EF4-FFF2-40B4-BE49-F238E27FC236}">
                <a16:creationId xmlns:a16="http://schemas.microsoft.com/office/drawing/2014/main" id="{CAD0C4E8-9E32-644D-9680-AB8E28EE55EA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lang="en-US" dirty="0"/>
              <a:t>Future Work</a:t>
            </a:r>
          </a:p>
        </p:txBody>
      </p:sp>
      <p:sp>
        <p:nvSpPr>
          <p:cNvPr id="55" name="Text Placeholder 54">
            <a:extLst>
              <a:ext uri="{FF2B5EF4-FFF2-40B4-BE49-F238E27FC236}">
                <a16:creationId xmlns:a16="http://schemas.microsoft.com/office/drawing/2014/main" id="{9753B3C2-4D25-7F41-BBC3-CF776DA4045F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6" name="Text Placeholder 55">
            <a:extLst>
              <a:ext uri="{FF2B5EF4-FFF2-40B4-BE49-F238E27FC236}">
                <a16:creationId xmlns:a16="http://schemas.microsoft.com/office/drawing/2014/main" id="{0C9FFCF2-4FCB-8A44-A58E-B7FA5F64CCC6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7" name="Text Placeholder 56">
            <a:extLst>
              <a:ext uri="{FF2B5EF4-FFF2-40B4-BE49-F238E27FC236}">
                <a16:creationId xmlns:a16="http://schemas.microsoft.com/office/drawing/2014/main" id="{5CDC52D9-26D8-0B45-8C4B-7E40A410F011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8" name="Text Placeholder 57">
            <a:extLst>
              <a:ext uri="{FF2B5EF4-FFF2-40B4-BE49-F238E27FC236}">
                <a16:creationId xmlns:a16="http://schemas.microsoft.com/office/drawing/2014/main" id="{C19EA1CD-8D4D-E343-BC83-836468A253ED}"/>
              </a:ext>
            </a:extLst>
          </p:cNvPr>
          <p:cNvSpPr>
            <a:spLocks noGrp="1"/>
          </p:cNvSpPr>
          <p:nvPr>
            <p:ph type="body" sz="quarter" idx="96"/>
          </p:nvPr>
        </p:nvSpPr>
        <p:spPr>
          <a:xfrm>
            <a:off x="621629" y="21268894"/>
            <a:ext cx="6914059" cy="1138751"/>
          </a:xfrm>
        </p:spPr>
        <p:txBody>
          <a:bodyPr/>
          <a:lstStyle/>
          <a:p>
            <a:r>
              <a:rPr lang="en-US" dirty="0"/>
              <a:t>Add diagram of set up of extraction beamline with distances</a:t>
            </a:r>
          </a:p>
        </p:txBody>
      </p:sp>
      <p:sp>
        <p:nvSpPr>
          <p:cNvPr id="61" name="Picture Placeholder 60">
            <a:extLst>
              <a:ext uri="{FF2B5EF4-FFF2-40B4-BE49-F238E27FC236}">
                <a16:creationId xmlns:a16="http://schemas.microsoft.com/office/drawing/2014/main" id="{AC480137-4287-D34E-82E7-F6FC3ACF6E65}"/>
              </a:ext>
            </a:extLst>
          </p:cNvPr>
          <p:cNvSpPr>
            <a:spLocks noGrp="1"/>
          </p:cNvSpPr>
          <p:nvPr>
            <p:ph type="pic" sz="quarter" idx="152"/>
          </p:nvPr>
        </p:nvSpPr>
        <p:spPr/>
      </p:sp>
      <p:sp>
        <p:nvSpPr>
          <p:cNvPr id="62" name="Picture Placeholder 61">
            <a:extLst>
              <a:ext uri="{FF2B5EF4-FFF2-40B4-BE49-F238E27FC236}">
                <a16:creationId xmlns:a16="http://schemas.microsoft.com/office/drawing/2014/main" id="{4D825008-AEB6-BC48-95EB-6D98C30AD66B}"/>
              </a:ext>
            </a:extLst>
          </p:cNvPr>
          <p:cNvSpPr>
            <a:spLocks noGrp="1"/>
          </p:cNvSpPr>
          <p:nvPr>
            <p:ph type="pic" sz="quarter" idx="153"/>
          </p:nvPr>
        </p:nvSpPr>
        <p:spPr/>
      </p:sp>
      <p:sp>
        <p:nvSpPr>
          <p:cNvPr id="63" name="Picture Placeholder 62">
            <a:extLst>
              <a:ext uri="{FF2B5EF4-FFF2-40B4-BE49-F238E27FC236}">
                <a16:creationId xmlns:a16="http://schemas.microsoft.com/office/drawing/2014/main" id="{9B2E9923-F9EF-A948-986F-9F3E04B8056B}"/>
              </a:ext>
            </a:extLst>
          </p:cNvPr>
          <p:cNvSpPr>
            <a:spLocks noGrp="1"/>
          </p:cNvSpPr>
          <p:nvPr>
            <p:ph type="pic" sz="quarter" idx="154"/>
          </p:nvPr>
        </p:nvSpPr>
        <p:spPr/>
      </p:sp>
      <p:sp>
        <p:nvSpPr>
          <p:cNvPr id="64" name="Picture Placeholder 63">
            <a:extLst>
              <a:ext uri="{FF2B5EF4-FFF2-40B4-BE49-F238E27FC236}">
                <a16:creationId xmlns:a16="http://schemas.microsoft.com/office/drawing/2014/main" id="{A0FD862B-3378-1A4D-B3F8-CAF99EA27905}"/>
              </a:ext>
            </a:extLst>
          </p:cNvPr>
          <p:cNvSpPr>
            <a:spLocks noGrp="1"/>
          </p:cNvSpPr>
          <p:nvPr>
            <p:ph type="pic" sz="quarter" idx="155"/>
          </p:nvPr>
        </p:nvSpPr>
        <p:spPr/>
      </p:sp>
      <p:sp>
        <p:nvSpPr>
          <p:cNvPr id="65" name="Picture Placeholder 64">
            <a:extLst>
              <a:ext uri="{FF2B5EF4-FFF2-40B4-BE49-F238E27FC236}">
                <a16:creationId xmlns:a16="http://schemas.microsoft.com/office/drawing/2014/main" id="{31C6CA46-52B1-4147-8928-196BB81D1982}"/>
              </a:ext>
            </a:extLst>
          </p:cNvPr>
          <p:cNvSpPr>
            <a:spLocks noGrp="1"/>
          </p:cNvSpPr>
          <p:nvPr>
            <p:ph type="pic" sz="quarter" idx="156"/>
          </p:nvPr>
        </p:nvSpPr>
        <p:spPr/>
      </p:sp>
      <p:sp>
        <p:nvSpPr>
          <p:cNvPr id="59" name="Text Placeholder 58">
            <a:extLst>
              <a:ext uri="{FF2B5EF4-FFF2-40B4-BE49-F238E27FC236}">
                <a16:creationId xmlns:a16="http://schemas.microsoft.com/office/drawing/2014/main" id="{25BCA1A6-6A60-CD42-AF18-318B16F41247}"/>
              </a:ext>
            </a:extLst>
          </p:cNvPr>
          <p:cNvSpPr>
            <a:spLocks noGrp="1"/>
          </p:cNvSpPr>
          <p:nvPr>
            <p:ph type="body" sz="quarter" idx="150"/>
          </p:nvPr>
        </p:nvSpPr>
        <p:spPr/>
        <p:txBody>
          <a:bodyPr/>
          <a:lstStyle/>
          <a:p>
            <a:r>
              <a:rPr lang="en-US" dirty="0"/>
              <a:t>N. Intwala</a:t>
            </a:r>
          </a:p>
        </p:txBody>
      </p:sp>
      <p:sp>
        <p:nvSpPr>
          <p:cNvPr id="60" name="Text Placeholder 59">
            <a:extLst>
              <a:ext uri="{FF2B5EF4-FFF2-40B4-BE49-F238E27FC236}">
                <a16:creationId xmlns:a16="http://schemas.microsoft.com/office/drawing/2014/main" id="{EAE17DC8-9A61-C243-87D7-EEBE6C586492}"/>
              </a:ext>
            </a:extLst>
          </p:cNvPr>
          <p:cNvSpPr>
            <a:spLocks noGrp="1"/>
          </p:cNvSpPr>
          <p:nvPr>
            <p:ph type="body" sz="quarter" idx="151"/>
          </p:nvPr>
        </p:nvSpPr>
        <p:spPr/>
        <p:txBody>
          <a:bodyPr/>
          <a:lstStyle/>
          <a:p>
            <a:r>
              <a:rPr lang="en-US" dirty="0"/>
              <a:t>88-Inch Cyclotron, Nuclear Science Division		</a:t>
            </a:r>
          </a:p>
        </p:txBody>
      </p:sp>
      <p:sp>
        <p:nvSpPr>
          <p:cNvPr id="67" name="Title 66">
            <a:extLst>
              <a:ext uri="{FF2B5EF4-FFF2-40B4-BE49-F238E27FC236}">
                <a16:creationId xmlns:a16="http://schemas.microsoft.com/office/drawing/2014/main" id="{01CF1E6C-A300-3947-9EF1-6F64AFA4F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Bremsstrahlung Measurements of VENUS 3</a:t>
            </a:r>
            <a:r>
              <a:rPr lang="en-US" baseline="30000" dirty="0"/>
              <a:t>rd</a:t>
            </a:r>
            <a:r>
              <a:rPr lang="en-US" dirty="0"/>
              <a:t>-Generation ECR Ion Source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D6E15B5-9A64-2EF6-AC41-F4F56774F72D}"/>
              </a:ext>
            </a:extLst>
          </p:cNvPr>
          <p:cNvSpPr/>
          <p:nvPr/>
        </p:nvSpPr>
        <p:spPr>
          <a:xfrm>
            <a:off x="7966176" y="9193317"/>
            <a:ext cx="14246124" cy="59110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Diagram of setup</a:t>
            </a:r>
          </a:p>
        </p:txBody>
      </p:sp>
      <p:sp>
        <p:nvSpPr>
          <p:cNvPr id="6" name="Text Placeholder 48">
            <a:extLst>
              <a:ext uri="{FF2B5EF4-FFF2-40B4-BE49-F238E27FC236}">
                <a16:creationId xmlns:a16="http://schemas.microsoft.com/office/drawing/2014/main" id="{C919C9ED-6E42-05BE-EBA0-DCC694E63F69}"/>
              </a:ext>
            </a:extLst>
          </p:cNvPr>
          <p:cNvSpPr txBox="1">
            <a:spLocks/>
          </p:cNvSpPr>
          <p:nvPr/>
        </p:nvSpPr>
        <p:spPr>
          <a:xfrm>
            <a:off x="15300425" y="15488973"/>
            <a:ext cx="6908601" cy="891334"/>
          </a:xfrm>
          <a:prstGeom prst="rect">
            <a:avLst/>
          </a:prstGeom>
          <a:solidFill>
            <a:schemeClr val="accent1"/>
          </a:solidFill>
        </p:spPr>
        <p:txBody>
          <a:bodyPr lIns="182880" tIns="182880" rIns="182880" bIns="182880" anchor="ctr" anchorCtr="0">
            <a:spAutoFit/>
          </a:bodyPr>
          <a:lstStyle>
            <a:lvl1pPr marL="1507651" indent="-1507651" algn="ctr" defTabSz="4022342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None/>
              <a:defRPr sz="3392" b="1" kern="1200" baseline="0">
                <a:solidFill>
                  <a:schemeClr val="bg1"/>
                </a:solidFill>
                <a:latin typeface="+mn-lt"/>
                <a:ea typeface="ＭＳ Ｐゴシック" charset="-128"/>
                <a:cs typeface="ＭＳ Ｐゴシック" charset="-128"/>
              </a:defRPr>
            </a:lvl1pPr>
            <a:lvl2pPr marL="3268517" indent="-1255891" algn="l" defTabSz="4022342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12375" kern="1200">
                <a:solidFill>
                  <a:schemeClr val="tx1"/>
                </a:solidFill>
                <a:latin typeface="+mn-lt"/>
                <a:ea typeface="ＭＳ Ｐゴシック" charset="-128"/>
                <a:cs typeface="+mn-cs"/>
              </a:defRPr>
            </a:lvl2pPr>
            <a:lvl3pPr marL="5027928" indent="-1005586" algn="l" defTabSz="4022342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10634" kern="1200">
                <a:solidFill>
                  <a:schemeClr val="tx1"/>
                </a:solidFill>
                <a:latin typeface="+mn-lt"/>
                <a:ea typeface="ＭＳ Ｐゴシック" charset="-128"/>
                <a:cs typeface="+mn-cs"/>
              </a:defRPr>
            </a:lvl3pPr>
            <a:lvl4pPr marL="7040554" indent="-1005586" algn="l" defTabSz="4022342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8800" kern="1200">
                <a:solidFill>
                  <a:schemeClr val="tx1"/>
                </a:solidFill>
                <a:latin typeface="+mn-lt"/>
                <a:ea typeface="ＭＳ Ｐゴシック" charset="-128"/>
                <a:cs typeface="+mn-cs"/>
              </a:defRPr>
            </a:lvl4pPr>
            <a:lvl5pPr marL="9051725" indent="-1005586" algn="l" defTabSz="4022342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8800" kern="1200">
                <a:solidFill>
                  <a:schemeClr val="tx1"/>
                </a:solidFill>
                <a:latin typeface="+mn-lt"/>
                <a:ea typeface="ＭＳ Ｐゴシック" charset="-128"/>
                <a:cs typeface="+mn-cs"/>
              </a:defRPr>
            </a:lvl5pPr>
            <a:lvl6pPr marL="11064090" indent="-1005827" algn="l" defTabSz="402330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075741" indent="-1005827" algn="l" defTabSz="402330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087394" indent="-1005827" algn="l" defTabSz="402330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099047" indent="-1005827" algn="l" defTabSz="402330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Analysis</a:t>
            </a:r>
          </a:p>
        </p:txBody>
      </p:sp>
      <p:sp>
        <p:nvSpPr>
          <p:cNvPr id="7" name="Text Placeholder 55">
            <a:extLst>
              <a:ext uri="{FF2B5EF4-FFF2-40B4-BE49-F238E27FC236}">
                <a16:creationId xmlns:a16="http://schemas.microsoft.com/office/drawing/2014/main" id="{B6AB0A26-CFFF-86E3-E96F-D55B0E506D03}"/>
              </a:ext>
            </a:extLst>
          </p:cNvPr>
          <p:cNvSpPr txBox="1">
            <a:spLocks/>
          </p:cNvSpPr>
          <p:nvPr/>
        </p:nvSpPr>
        <p:spPr>
          <a:xfrm>
            <a:off x="22635765" y="31020171"/>
            <a:ext cx="6907325" cy="891334"/>
          </a:xfrm>
          <a:prstGeom prst="rect">
            <a:avLst/>
          </a:prstGeom>
          <a:solidFill>
            <a:schemeClr val="accent1"/>
          </a:solidFill>
        </p:spPr>
        <p:txBody>
          <a:bodyPr wrap="square" lIns="182880" tIns="182880" rIns="182880" bIns="182880" anchor="ctr" anchorCtr="0">
            <a:spAutoFit/>
          </a:bodyPr>
          <a:lstStyle>
            <a:lvl1pPr marL="1507651" indent="-1507651" algn="ctr" defTabSz="4022342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None/>
              <a:defRPr sz="3392" b="1" kern="1200" baseline="0">
                <a:solidFill>
                  <a:schemeClr val="bg1"/>
                </a:solidFill>
                <a:latin typeface="+mn-lt"/>
                <a:ea typeface="ＭＳ Ｐゴシック" charset="-128"/>
                <a:cs typeface="ＭＳ Ｐゴシック" charset="-128"/>
              </a:defRPr>
            </a:lvl1pPr>
            <a:lvl2pPr marL="3268517" indent="-1255891" algn="l" defTabSz="4022342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12375" kern="1200">
                <a:solidFill>
                  <a:schemeClr val="tx1"/>
                </a:solidFill>
                <a:latin typeface="+mn-lt"/>
                <a:ea typeface="ＭＳ Ｐゴシック" charset="-128"/>
                <a:cs typeface="+mn-cs"/>
              </a:defRPr>
            </a:lvl2pPr>
            <a:lvl3pPr marL="5027928" indent="-1005586" algn="l" defTabSz="4022342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10634" kern="1200">
                <a:solidFill>
                  <a:schemeClr val="tx1"/>
                </a:solidFill>
                <a:latin typeface="+mn-lt"/>
                <a:ea typeface="ＭＳ Ｐゴシック" charset="-128"/>
                <a:cs typeface="+mn-cs"/>
              </a:defRPr>
            </a:lvl3pPr>
            <a:lvl4pPr marL="7040554" indent="-1005586" algn="l" defTabSz="4022342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8800" kern="1200">
                <a:solidFill>
                  <a:schemeClr val="tx1"/>
                </a:solidFill>
                <a:latin typeface="+mn-lt"/>
                <a:ea typeface="ＭＳ Ｐゴシック" charset="-128"/>
                <a:cs typeface="+mn-cs"/>
              </a:defRPr>
            </a:lvl4pPr>
            <a:lvl5pPr marL="9051725" indent="-1005586" algn="l" defTabSz="4022342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8800" kern="1200">
                <a:solidFill>
                  <a:schemeClr val="tx1"/>
                </a:solidFill>
                <a:latin typeface="+mn-lt"/>
                <a:ea typeface="ＭＳ Ｐゴシック" charset="-128"/>
                <a:cs typeface="+mn-cs"/>
              </a:defRPr>
            </a:lvl5pPr>
            <a:lvl6pPr marL="11064090" indent="-1005827" algn="l" defTabSz="402330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075741" indent="-1005827" algn="l" defTabSz="402330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087394" indent="-1005827" algn="l" defTabSz="402330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099047" indent="-1005827" algn="l" defTabSz="402330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Acknowledgments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288149F0-902E-814A-9713-B9B4351B21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2705C182-AAB4-0245-A7A5-7BDC6D8EFEF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D403AFBB-7928-E24F-B85A-F7334EE00C6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E440730D-4358-2047-85DF-2735A5DF67C2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87794298-F72B-D04F-9868-AD8E6835221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3C7DA781-A26E-D546-9594-14BF8F55576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1C3C7183-C667-0E4E-97B4-08499DF00AD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E9A7132E-4AD4-F944-93DF-F8B02F61B0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E5EB56E5-9448-8A4F-9A30-F5CFE37FED2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4" name="Text Placeholder 33">
            <a:extLst>
              <a:ext uri="{FF2B5EF4-FFF2-40B4-BE49-F238E27FC236}">
                <a16:creationId xmlns:a16="http://schemas.microsoft.com/office/drawing/2014/main" id="{566C5366-A1A2-F44F-9079-DBF21C09841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5" name="Text Placeholder 34">
            <a:extLst>
              <a:ext uri="{FF2B5EF4-FFF2-40B4-BE49-F238E27FC236}">
                <a16:creationId xmlns:a16="http://schemas.microsoft.com/office/drawing/2014/main" id="{38C7E3A4-943C-7A49-A786-E9A1EBCA284D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6" name="Text Placeholder 35">
            <a:extLst>
              <a:ext uri="{FF2B5EF4-FFF2-40B4-BE49-F238E27FC236}">
                <a16:creationId xmlns:a16="http://schemas.microsoft.com/office/drawing/2014/main" id="{7D23DDC0-4F5A-684D-9B1A-3033F3B2A6AF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0FFAD2FB-AF57-D641-95F4-F8C271F46B0E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8" name="Text Placeholder 37">
            <a:extLst>
              <a:ext uri="{FF2B5EF4-FFF2-40B4-BE49-F238E27FC236}">
                <a16:creationId xmlns:a16="http://schemas.microsoft.com/office/drawing/2014/main" id="{401CA7F5-4F92-9346-B972-D4555C2C41C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32287127-C8D1-5941-8364-25281D704DAE}"/>
              </a:ext>
            </a:extLst>
          </p:cNvPr>
          <p:cNvSpPr>
            <a:spLocks noGrp="1"/>
          </p:cNvSpPr>
          <p:nvPr>
            <p:ph type="pic" sz="quarter" idx="152"/>
          </p:nvPr>
        </p:nvSpPr>
        <p:spPr/>
      </p:sp>
      <p:sp>
        <p:nvSpPr>
          <p:cNvPr id="42" name="Picture Placeholder 41">
            <a:extLst>
              <a:ext uri="{FF2B5EF4-FFF2-40B4-BE49-F238E27FC236}">
                <a16:creationId xmlns:a16="http://schemas.microsoft.com/office/drawing/2014/main" id="{834F81B4-FB6C-4240-AD7B-AEB007BF8866}"/>
              </a:ext>
            </a:extLst>
          </p:cNvPr>
          <p:cNvSpPr>
            <a:spLocks noGrp="1"/>
          </p:cNvSpPr>
          <p:nvPr>
            <p:ph type="pic" sz="quarter" idx="153"/>
          </p:nvPr>
        </p:nvSpPr>
        <p:spPr/>
      </p:sp>
      <p:sp>
        <p:nvSpPr>
          <p:cNvPr id="43" name="Picture Placeholder 42">
            <a:extLst>
              <a:ext uri="{FF2B5EF4-FFF2-40B4-BE49-F238E27FC236}">
                <a16:creationId xmlns:a16="http://schemas.microsoft.com/office/drawing/2014/main" id="{BCE6D234-0420-0941-AA27-3F83A11A605F}"/>
              </a:ext>
            </a:extLst>
          </p:cNvPr>
          <p:cNvSpPr>
            <a:spLocks noGrp="1"/>
          </p:cNvSpPr>
          <p:nvPr>
            <p:ph type="pic" sz="quarter" idx="154"/>
          </p:nvPr>
        </p:nvSpPr>
        <p:spPr/>
      </p: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8ABC2EA-8257-184B-AECA-13544325DD78}"/>
              </a:ext>
            </a:extLst>
          </p:cNvPr>
          <p:cNvSpPr>
            <a:spLocks noGrp="1"/>
          </p:cNvSpPr>
          <p:nvPr>
            <p:ph type="pic" sz="quarter" idx="155"/>
          </p:nvPr>
        </p:nvSpPr>
        <p:spPr/>
      </p:sp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96232D79-BFAF-024A-866A-3246EB1D9FC3}"/>
              </a:ext>
            </a:extLst>
          </p:cNvPr>
          <p:cNvSpPr>
            <a:spLocks noGrp="1"/>
          </p:cNvSpPr>
          <p:nvPr>
            <p:ph type="pic" sz="quarter" idx="156"/>
          </p:nvPr>
        </p:nvSpPr>
        <p:spPr/>
      </p:sp>
      <p:sp>
        <p:nvSpPr>
          <p:cNvPr id="24" name="Title 23">
            <a:extLst>
              <a:ext uri="{FF2B5EF4-FFF2-40B4-BE49-F238E27FC236}">
                <a16:creationId xmlns:a16="http://schemas.microsoft.com/office/drawing/2014/main" id="{792C5DBF-D3EF-3B46-80F3-DC44E38C9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422D691D-F26A-F840-B5D1-4A8C84A883F2}"/>
              </a:ext>
            </a:extLst>
          </p:cNvPr>
          <p:cNvSpPr>
            <a:spLocks noGrp="1"/>
          </p:cNvSpPr>
          <p:nvPr>
            <p:ph type="body" sz="quarter" idx="15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9F0F64A0-1EF2-2645-B79E-2A35FF5C517E}"/>
              </a:ext>
            </a:extLst>
          </p:cNvPr>
          <p:cNvSpPr>
            <a:spLocks noGrp="1"/>
          </p:cNvSpPr>
          <p:nvPr>
            <p:ph type="body" sz="quarter" idx="15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18221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A9BE0DEE-281F-1A49-8CAD-3F2811158A73}"/>
              </a:ext>
            </a:extLst>
          </p:cNvPr>
          <p:cNvSpPr>
            <a:spLocks noGrp="1"/>
          </p:cNvSpPr>
          <p:nvPr>
            <p:ph type="pic" sz="quarter" idx="152"/>
          </p:nvPr>
        </p:nvSpPr>
        <p:spPr/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B7F8D0D8-D9AA-9E45-A55E-531BD3FB8E21}"/>
              </a:ext>
            </a:extLst>
          </p:cNvPr>
          <p:cNvSpPr>
            <a:spLocks noGrp="1"/>
          </p:cNvSpPr>
          <p:nvPr>
            <p:ph type="pic" sz="quarter" idx="153"/>
          </p:nvPr>
        </p:nvSpPr>
        <p:spPr/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3EC48666-0F8D-4C4A-8BBE-C83FD24EE10E}"/>
              </a:ext>
            </a:extLst>
          </p:cNvPr>
          <p:cNvSpPr>
            <a:spLocks noGrp="1"/>
          </p:cNvSpPr>
          <p:nvPr>
            <p:ph type="pic" sz="quarter" idx="154"/>
          </p:nvPr>
        </p:nvSpPr>
        <p:spPr/>
      </p:sp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878B0CFC-1BA0-3844-9441-0777D51CC3F9}"/>
              </a:ext>
            </a:extLst>
          </p:cNvPr>
          <p:cNvSpPr>
            <a:spLocks noGrp="1"/>
          </p:cNvSpPr>
          <p:nvPr>
            <p:ph type="pic" sz="quarter" idx="155"/>
          </p:nvPr>
        </p:nvSpPr>
        <p:spPr/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A1DF65FC-2FAC-A747-9F7C-3392A3F8C07B}"/>
              </a:ext>
            </a:extLst>
          </p:cNvPr>
          <p:cNvSpPr>
            <a:spLocks noGrp="1"/>
          </p:cNvSpPr>
          <p:nvPr>
            <p:ph type="pic" sz="quarter" idx="156"/>
          </p:nvPr>
        </p:nvSpPr>
        <p:spPr/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54AE1F-B08D-5A40-AFDB-F5E8E834C49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BD9246-AE45-5B4D-BC8B-383042993E3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B67374-7DFE-0648-B892-8A086D7DFF1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69C0194-CA8B-1C44-AA0E-A316F4F34E4F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5F17926-1D27-354C-9B54-2F923113E1F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81E76C2-C18B-374E-9106-6A23364432F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lang="en-US" dirty="0"/>
              <a:t>Experimental Setup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14520F2-6D1C-6E44-A85B-A786AC903C52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3685424-6DDE-F84B-8B00-7622E45CFFD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BE3628C-DC42-C34C-A257-8F328A2CA585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D074438-2C91-1240-BDC9-B1D5892AF67C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3D2A9BA6-CEDE-814B-979E-DEFD9C24C1E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9AE433F-F067-7A44-AD2E-B91C1CE65F9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7B7762A-139A-2946-B38E-0E2475A7C81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5BF0EB9A-86CD-8845-BCD0-8E2D7427F63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60B1FD8E-3FCB-5646-B11E-31BA1EAC0379}"/>
              </a:ext>
            </a:extLst>
          </p:cNvPr>
          <p:cNvSpPr>
            <a:spLocks noGrp="1"/>
          </p:cNvSpPr>
          <p:nvPr>
            <p:ph type="body" sz="quarter" idx="15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9" name="Text Placeholder 48">
            <a:extLst>
              <a:ext uri="{FF2B5EF4-FFF2-40B4-BE49-F238E27FC236}">
                <a16:creationId xmlns:a16="http://schemas.microsoft.com/office/drawing/2014/main" id="{0DA515FC-E57F-5247-BBF7-F506307424E5}"/>
              </a:ext>
            </a:extLst>
          </p:cNvPr>
          <p:cNvSpPr>
            <a:spLocks noGrp="1"/>
          </p:cNvSpPr>
          <p:nvPr>
            <p:ph type="body" sz="quarter" idx="15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14A58E-B95B-3748-BC1F-E1E8CF6481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C411D744-5B45-8344-BA8E-0728EC5FA6B8}"/>
              </a:ext>
            </a:extLst>
          </p:cNvPr>
          <p:cNvSpPr>
            <a:spLocks noGrp="1"/>
          </p:cNvSpPr>
          <p:nvPr>
            <p:ph type="body" sz="quarter" idx="15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E323885-677D-414B-B454-D8F46AEEA878}"/>
              </a:ext>
            </a:extLst>
          </p:cNvPr>
          <p:cNvSpPr>
            <a:spLocks noGrp="1"/>
          </p:cNvSpPr>
          <p:nvPr>
            <p:ph type="body" sz="quarter" idx="15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A86EDD2F-88B5-2A4F-8CDD-5E3C5BE51BA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1869E260-3FBC-9841-BA07-0EB6125826F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7CB78F16-AEEA-C34D-A4B6-F128A349C70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0693568A-CFDB-6E40-9D8F-0B17B526B7F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AA09FDB5-350A-8E41-BEDC-9E1BB1B3AEEC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D73F927B-30BA-AA48-BCB1-173F34F1E70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5F4B5F2B-8C0D-F840-AE53-8FC80D27B118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4" name="Text Placeholder 33">
            <a:extLst>
              <a:ext uri="{FF2B5EF4-FFF2-40B4-BE49-F238E27FC236}">
                <a16:creationId xmlns:a16="http://schemas.microsoft.com/office/drawing/2014/main" id="{B20B203F-EFC6-7E4E-BBE7-C5BAC47FA90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5" name="Text Placeholder 34">
            <a:extLst>
              <a:ext uri="{FF2B5EF4-FFF2-40B4-BE49-F238E27FC236}">
                <a16:creationId xmlns:a16="http://schemas.microsoft.com/office/drawing/2014/main" id="{5CEFA13B-6CCA-5C4D-9496-CF1EB28DF97E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6" name="Text Placeholder 35">
            <a:extLst>
              <a:ext uri="{FF2B5EF4-FFF2-40B4-BE49-F238E27FC236}">
                <a16:creationId xmlns:a16="http://schemas.microsoft.com/office/drawing/2014/main" id="{DCAFB76E-A55F-CC43-80BB-A259C076F4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08ED6032-66AF-9245-BB3A-21BE28F1D413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8" name="Text Placeholder 37">
            <a:extLst>
              <a:ext uri="{FF2B5EF4-FFF2-40B4-BE49-F238E27FC236}">
                <a16:creationId xmlns:a16="http://schemas.microsoft.com/office/drawing/2014/main" id="{5C19AC5C-205C-8C4B-A4FE-A1E17AF98D27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F632243F-E429-9E4D-B270-1C839AAB6667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A1EAA2E7-20E6-144D-825B-3A500B3CD7DF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3" name="Picture Placeholder 42">
            <a:extLst>
              <a:ext uri="{FF2B5EF4-FFF2-40B4-BE49-F238E27FC236}">
                <a16:creationId xmlns:a16="http://schemas.microsoft.com/office/drawing/2014/main" id="{3A85CDB9-BDFB-9B47-A705-C071267BF6B9}"/>
              </a:ext>
            </a:extLst>
          </p:cNvPr>
          <p:cNvSpPr>
            <a:spLocks noGrp="1"/>
          </p:cNvSpPr>
          <p:nvPr>
            <p:ph type="pic" sz="quarter" idx="152"/>
          </p:nvPr>
        </p:nvSpPr>
        <p:spPr/>
      </p: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4B13DA49-14B8-8F46-AE24-F4E0B9904723}"/>
              </a:ext>
            </a:extLst>
          </p:cNvPr>
          <p:cNvSpPr>
            <a:spLocks noGrp="1"/>
          </p:cNvSpPr>
          <p:nvPr>
            <p:ph type="pic" sz="quarter" idx="153"/>
          </p:nvPr>
        </p:nvSpPr>
        <p:spPr/>
      </p:sp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9AA78D82-B8E4-404B-839F-DCA532D15B36}"/>
              </a:ext>
            </a:extLst>
          </p:cNvPr>
          <p:cNvSpPr>
            <a:spLocks noGrp="1"/>
          </p:cNvSpPr>
          <p:nvPr>
            <p:ph type="pic" sz="quarter" idx="154"/>
          </p:nvPr>
        </p:nvSpPr>
        <p:spPr/>
      </p:sp>
      <p:sp>
        <p:nvSpPr>
          <p:cNvPr id="46" name="Picture Placeholder 45">
            <a:extLst>
              <a:ext uri="{FF2B5EF4-FFF2-40B4-BE49-F238E27FC236}">
                <a16:creationId xmlns:a16="http://schemas.microsoft.com/office/drawing/2014/main" id="{C87D3BE8-A31A-8349-A5D5-DAD835C20CA7}"/>
              </a:ext>
            </a:extLst>
          </p:cNvPr>
          <p:cNvSpPr>
            <a:spLocks noGrp="1"/>
          </p:cNvSpPr>
          <p:nvPr>
            <p:ph type="pic" sz="quarter" idx="155"/>
          </p:nvPr>
        </p:nvSpPr>
        <p:spPr/>
      </p:sp>
      <p:sp>
        <p:nvSpPr>
          <p:cNvPr id="47" name="Picture Placeholder 46">
            <a:extLst>
              <a:ext uri="{FF2B5EF4-FFF2-40B4-BE49-F238E27FC236}">
                <a16:creationId xmlns:a16="http://schemas.microsoft.com/office/drawing/2014/main" id="{494DBBE6-8D66-8643-97B5-D0AFCBC60B60}"/>
              </a:ext>
            </a:extLst>
          </p:cNvPr>
          <p:cNvSpPr>
            <a:spLocks noGrp="1"/>
          </p:cNvSpPr>
          <p:nvPr>
            <p:ph type="pic" sz="quarter" idx="156"/>
          </p:nvPr>
        </p:nvSpPr>
        <p:spPr/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6703A71B-63B0-D747-9424-D2D069659543}"/>
              </a:ext>
            </a:extLst>
          </p:cNvPr>
          <p:cNvSpPr>
            <a:spLocks noGrp="1"/>
          </p:cNvSpPr>
          <p:nvPr>
            <p:ph type="body" sz="quarter" idx="15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9" name="Text Placeholder 48">
            <a:extLst>
              <a:ext uri="{FF2B5EF4-FFF2-40B4-BE49-F238E27FC236}">
                <a16:creationId xmlns:a16="http://schemas.microsoft.com/office/drawing/2014/main" id="{B7DA6D7F-FCB1-D844-ACD6-2A0DC5E28DC3}"/>
              </a:ext>
            </a:extLst>
          </p:cNvPr>
          <p:cNvSpPr>
            <a:spLocks noGrp="1"/>
          </p:cNvSpPr>
          <p:nvPr>
            <p:ph type="body" sz="quarter" idx="15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6" name="Title 25">
            <a:extLst>
              <a:ext uri="{FF2B5EF4-FFF2-40B4-BE49-F238E27FC236}">
                <a16:creationId xmlns:a16="http://schemas.microsoft.com/office/drawing/2014/main" id="{885AB436-8292-9D45-B2C3-08FB2CDD3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2526BDEC-2399-1E4A-AE27-9A2E947056F0}"/>
              </a:ext>
            </a:extLst>
          </p:cNvPr>
          <p:cNvSpPr>
            <a:spLocks noGrp="1"/>
          </p:cNvSpPr>
          <p:nvPr>
            <p:ph type="body" sz="quarter" idx="15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2" name="Text Placeholder 41">
            <a:extLst>
              <a:ext uri="{FF2B5EF4-FFF2-40B4-BE49-F238E27FC236}">
                <a16:creationId xmlns:a16="http://schemas.microsoft.com/office/drawing/2014/main" id="{A25BC4A5-BA85-8243-A982-CA7604A083D0}"/>
              </a:ext>
            </a:extLst>
          </p:cNvPr>
          <p:cNvSpPr>
            <a:spLocks noGrp="1"/>
          </p:cNvSpPr>
          <p:nvPr>
            <p:ph type="body" sz="quarter" idx="15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BNL 4-Column Teal V Poster ">
  <a:themeElements>
    <a:clrScheme name="2020 LBNL Color Theme">
      <a:dk1>
        <a:srgbClr val="00303C"/>
      </a:dk1>
      <a:lt1>
        <a:srgbClr val="FFFFFF"/>
      </a:lt1>
      <a:dk2>
        <a:srgbClr val="00303B"/>
      </a:dk2>
      <a:lt2>
        <a:srgbClr val="B1B3B3"/>
      </a:lt2>
      <a:accent1>
        <a:srgbClr val="007681"/>
      </a:accent1>
      <a:accent2>
        <a:srgbClr val="4198B5"/>
      </a:accent2>
      <a:accent3>
        <a:srgbClr val="D57800"/>
      </a:accent3>
      <a:accent4>
        <a:srgbClr val="74AA50"/>
      </a:accent4>
      <a:accent5>
        <a:srgbClr val="EAAA00"/>
      </a:accent5>
      <a:accent6>
        <a:srgbClr val="E04E38"/>
      </a:accent6>
      <a:hlink>
        <a:srgbClr val="0055D1"/>
      </a:hlink>
      <a:folHlink>
        <a:srgbClr val="66339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lIns="182880" tIns="228600" rIns="182880" bIns="228600" rtlCol="0">
        <a:spAutoFit/>
      </a:bodyPr>
      <a:lstStyle>
        <a:defPPr>
          <a:spcBef>
            <a:spcPts val="576"/>
          </a:spcBef>
          <a:defRPr sz="2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LBNL_Poster_V_36x48_Template_teal" id="{FFF0BDD7-FB00-8C43-99AD-D9EA3CCE18E3}" vid="{B336E2C7-40DC-C847-A14C-1B089C6E5D53}"/>
    </a:ext>
  </a:extLst>
</a:theme>
</file>

<file path=ppt/theme/theme2.xml><?xml version="1.0" encoding="utf-8"?>
<a:theme xmlns:a="http://schemas.openxmlformats.org/drawingml/2006/main" name="LBNL 3-Column Teal V Poster ">
  <a:themeElements>
    <a:clrScheme name="2020 LBNL Color Theme">
      <a:dk1>
        <a:srgbClr val="00303C"/>
      </a:dk1>
      <a:lt1>
        <a:srgbClr val="FFFFFF"/>
      </a:lt1>
      <a:dk2>
        <a:srgbClr val="00303B"/>
      </a:dk2>
      <a:lt2>
        <a:srgbClr val="B1B3B3"/>
      </a:lt2>
      <a:accent1>
        <a:srgbClr val="007681"/>
      </a:accent1>
      <a:accent2>
        <a:srgbClr val="4198B5"/>
      </a:accent2>
      <a:accent3>
        <a:srgbClr val="D57800"/>
      </a:accent3>
      <a:accent4>
        <a:srgbClr val="74AA50"/>
      </a:accent4>
      <a:accent5>
        <a:srgbClr val="EAAA00"/>
      </a:accent5>
      <a:accent6>
        <a:srgbClr val="E04E38"/>
      </a:accent6>
      <a:hlink>
        <a:srgbClr val="0055D1"/>
      </a:hlink>
      <a:folHlink>
        <a:srgbClr val="66339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LBNL_Poster_V_36x48_Template_teal" id="{FFF0BDD7-FB00-8C43-99AD-D9EA3CCE18E3}" vid="{CC93FB4E-1284-1941-8A0B-17259C7EB98C}"/>
    </a:ext>
  </a:extLst>
</a:theme>
</file>

<file path=ppt/theme/theme3.xml><?xml version="1.0" encoding="utf-8"?>
<a:theme xmlns:a="http://schemas.openxmlformats.org/drawingml/2006/main" name="LBNL Wide-Center Teal V Poster ">
  <a:themeElements>
    <a:clrScheme name="2020 LBNL Color Theme">
      <a:dk1>
        <a:srgbClr val="00303C"/>
      </a:dk1>
      <a:lt1>
        <a:srgbClr val="FFFFFF"/>
      </a:lt1>
      <a:dk2>
        <a:srgbClr val="00303B"/>
      </a:dk2>
      <a:lt2>
        <a:srgbClr val="B1B3B3"/>
      </a:lt2>
      <a:accent1>
        <a:srgbClr val="007681"/>
      </a:accent1>
      <a:accent2>
        <a:srgbClr val="4198B5"/>
      </a:accent2>
      <a:accent3>
        <a:srgbClr val="D57800"/>
      </a:accent3>
      <a:accent4>
        <a:srgbClr val="74AA50"/>
      </a:accent4>
      <a:accent5>
        <a:srgbClr val="EAAA00"/>
      </a:accent5>
      <a:accent6>
        <a:srgbClr val="E04E38"/>
      </a:accent6>
      <a:hlink>
        <a:srgbClr val="0055D1"/>
      </a:hlink>
      <a:folHlink>
        <a:srgbClr val="66339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LBNL_Poster_V_36x48_Template_teal" id="{FFF0BDD7-FB00-8C43-99AD-D9EA3CCE18E3}" vid="{D8189515-1EFB-BB41-B69D-227CB646ED30}"/>
    </a:ext>
  </a:extLst>
</a:theme>
</file>

<file path=ppt/theme/theme4.xml><?xml version="1.0" encoding="utf-8"?>
<a:theme xmlns:a="http://schemas.openxmlformats.org/drawingml/2006/main" name="LBNL Right-Highlight Teal V Poster">
  <a:themeElements>
    <a:clrScheme name="2020 LBNL Color Theme">
      <a:dk1>
        <a:srgbClr val="00303C"/>
      </a:dk1>
      <a:lt1>
        <a:srgbClr val="FFFFFF"/>
      </a:lt1>
      <a:dk2>
        <a:srgbClr val="00303B"/>
      </a:dk2>
      <a:lt2>
        <a:srgbClr val="B1B3B3"/>
      </a:lt2>
      <a:accent1>
        <a:srgbClr val="007681"/>
      </a:accent1>
      <a:accent2>
        <a:srgbClr val="4198B5"/>
      </a:accent2>
      <a:accent3>
        <a:srgbClr val="D57800"/>
      </a:accent3>
      <a:accent4>
        <a:srgbClr val="74AA50"/>
      </a:accent4>
      <a:accent5>
        <a:srgbClr val="EAAA00"/>
      </a:accent5>
      <a:accent6>
        <a:srgbClr val="E04E38"/>
      </a:accent6>
      <a:hlink>
        <a:srgbClr val="0055D1"/>
      </a:hlink>
      <a:folHlink>
        <a:srgbClr val="66339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/>
      <a:bodyPr wrap="square" lIns="228589" tIns="228589" rIns="228589" bIns="228589">
        <a:spAutoFit/>
      </a:bodyPr>
      <a:lstStyle>
        <a:defPPr marL="342883" marR="0" indent="-342883" algn="l" defTabSz="4388900" rtl="0" eaLnBrk="1" fontAlgn="auto" latinLnBrk="0" hangingPunct="1">
          <a:lnSpc>
            <a:spcPct val="100000"/>
          </a:lnSpc>
          <a:spcBef>
            <a:spcPct val="20000"/>
          </a:spcBef>
          <a:spcAft>
            <a:spcPts val="0"/>
          </a:spcAft>
          <a:buClrTx/>
          <a:buSzTx/>
          <a:buFont typeface="Arial" pitchFamily="34" charset="0"/>
          <a:buNone/>
          <a:tabLst/>
          <a:defRPr kumimoji="0" sz="2400" b="0" i="0" u="none" strike="noStrike" kern="1200" cap="none" spc="0" normalizeH="0" baseline="0" noProof="0" smtClean="0">
            <a:ln>
              <a:noFill/>
            </a:ln>
            <a:solidFill>
              <a:schemeClr val="tx1"/>
            </a:solidFill>
            <a:effectLst/>
            <a:uLnTx/>
            <a:uFillTx/>
            <a:latin typeface="+mn-lt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LBNL_Poster_V_36x48_Template_teal" id="{FFF0BDD7-FB00-8C43-99AD-D9EA3CCE18E3}" vid="{27F82B27-DD6D-C54C-815A-B95D79D5D515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LBNL_Poster_V_36x48_Template_teal</Template>
  <TotalTime>66</TotalTime>
  <Words>59</Words>
  <Application>Microsoft Office PowerPoint</Application>
  <PresentationFormat>Custom</PresentationFormat>
  <Paragraphs>18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Arial</vt:lpstr>
      <vt:lpstr>Calibri</vt:lpstr>
      <vt:lpstr>Trebuchet MS</vt:lpstr>
      <vt:lpstr>LBNL 4-Column Teal V Poster </vt:lpstr>
      <vt:lpstr>LBNL 3-Column Teal V Poster </vt:lpstr>
      <vt:lpstr>LBNL Wide-Center Teal V Poster </vt:lpstr>
      <vt:lpstr>LBNL Right-Highlight Teal V Poster</vt:lpstr>
      <vt:lpstr>Bremsstrahlung Measurements of VENUS 3rd-Generation ECR Ion Source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Nishi Intwala</dc:creator>
  <dc:description>This template is the property of PosterPresentations.com. Call us if you need help with this poster template._x000d_
1-866-649-3004           _x000d_
 (c)PosterPresentations.com</dc:description>
  <cp:lastModifiedBy>Nishi Intwala</cp:lastModifiedBy>
  <cp:revision>3</cp:revision>
  <dcterms:created xsi:type="dcterms:W3CDTF">2026-09-16T20:49:21Z</dcterms:created>
  <dcterms:modified xsi:type="dcterms:W3CDTF">2026-09-16T21:55:23Z</dcterms:modified>
</cp:coreProperties>
</file>
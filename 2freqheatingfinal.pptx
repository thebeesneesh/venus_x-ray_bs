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 id="2147483657" r:id="rId2"/>
    <p:sldMasterId id="2147483653" r:id="rId3"/>
    <p:sldMasterId id="2147483655" r:id="rId4"/>
  </p:sldMasterIdLst>
  <p:notesMasterIdLst>
    <p:notesMasterId r:id="rId6"/>
  </p:notesMasterIdLst>
  <p:handoutMasterIdLst>
    <p:handoutMasterId r:id="rId7"/>
  </p:handoutMasterIdLst>
  <p:sldIdLst>
    <p:sldId id="288" r:id="rId5"/>
  </p:sldIdLst>
  <p:sldSz cx="32918400" cy="43891200"/>
  <p:notesSz cx="6858000" cy="9144000"/>
  <p:defaultTextStyle>
    <a:defPPr>
      <a:defRPr lang="en-US"/>
    </a:defPPr>
    <a:lvl1pPr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1pPr>
    <a:lvl2pPr marL="2193925" indent="-1736725"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2pPr>
    <a:lvl3pPr marL="4387850" indent="-3473450"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3pPr>
    <a:lvl4pPr marL="6581775" indent="-5210175"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4pPr>
    <a:lvl5pPr marL="8777288" indent="-6948488"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5pPr>
    <a:lvl6pPr marL="2286000" algn="l" defTabSz="457200" rtl="0" eaLnBrk="1" latinLnBrk="0" hangingPunct="1">
      <a:defRPr sz="8600" kern="1200">
        <a:solidFill>
          <a:schemeClr val="tx1"/>
        </a:solidFill>
        <a:latin typeface="Arial" charset="0"/>
        <a:ea typeface="ＭＳ Ｐゴシック" charset="0"/>
        <a:cs typeface="ＭＳ Ｐゴシック" charset="0"/>
      </a:defRPr>
    </a:lvl6pPr>
    <a:lvl7pPr marL="2743200" algn="l" defTabSz="457200" rtl="0" eaLnBrk="1" latinLnBrk="0" hangingPunct="1">
      <a:defRPr sz="8600" kern="1200">
        <a:solidFill>
          <a:schemeClr val="tx1"/>
        </a:solidFill>
        <a:latin typeface="Arial" charset="0"/>
        <a:ea typeface="ＭＳ Ｐゴシック" charset="0"/>
        <a:cs typeface="ＭＳ Ｐゴシック" charset="0"/>
      </a:defRPr>
    </a:lvl7pPr>
    <a:lvl8pPr marL="3200400" algn="l" defTabSz="457200" rtl="0" eaLnBrk="1" latinLnBrk="0" hangingPunct="1">
      <a:defRPr sz="8600" kern="1200">
        <a:solidFill>
          <a:schemeClr val="tx1"/>
        </a:solidFill>
        <a:latin typeface="Arial" charset="0"/>
        <a:ea typeface="ＭＳ Ｐゴシック" charset="0"/>
        <a:cs typeface="ＭＳ Ｐゴシック" charset="0"/>
      </a:defRPr>
    </a:lvl8pPr>
    <a:lvl9pPr marL="3657600" algn="l" defTabSz="457200" rtl="0" eaLnBrk="1" latinLnBrk="0" hangingPunct="1">
      <a:defRPr sz="86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3" orient="horz" pos="13824" userDrawn="1">
          <p15:clr>
            <a:srgbClr val="A4A3A4"/>
          </p15:clr>
        </p15:guide>
        <p15:guide id="9" pos="10368" userDrawn="1">
          <p15:clr>
            <a:srgbClr val="A4A3A4"/>
          </p15:clr>
        </p15:guide>
        <p15:guide id="10" pos="432" userDrawn="1">
          <p15:clr>
            <a:srgbClr val="A4A3A4"/>
          </p15:clr>
        </p15:guide>
        <p15:guide id="11" pos="20304" userDrawn="1">
          <p15:clr>
            <a:srgbClr val="A4A3A4"/>
          </p15:clr>
        </p15:guide>
        <p15:guide id="12" orient="horz" pos="432" userDrawn="1">
          <p15:clr>
            <a:srgbClr val="A4A3A4"/>
          </p15:clr>
        </p15:guide>
        <p15:guide id="13" orient="horz"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13C"/>
    <a:srgbClr val="00395A"/>
    <a:srgbClr val="1D4980"/>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autoAdjust="0"/>
  </p:normalViewPr>
  <p:slideViewPr>
    <p:cSldViewPr snapToGrid="0" snapToObjects="1" showGuides="1">
      <p:cViewPr varScale="1">
        <p:scale>
          <a:sx n="16" d="100"/>
          <a:sy n="16" d="100"/>
        </p:scale>
        <p:origin x="3132" y="108"/>
      </p:cViewPr>
      <p:guideLst>
        <p:guide orient="horz" pos="13824"/>
        <p:guide pos="10368"/>
        <p:guide pos="432"/>
        <p:guide pos="20304"/>
        <p:guide orient="horz" pos="432"/>
        <p:guide orient="horz" pos="273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1" d="100"/>
          <a:sy n="81" d="100"/>
        </p:scale>
        <p:origin x="389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pPr>
              <a:defRPr/>
            </a:pPr>
            <a:fld id="{F1117959-E873-E046-B0CC-5CAA5B9C11E0}" type="datetime1">
              <a:rPr lang="en-US"/>
              <a:pPr>
                <a:defRPr/>
              </a:pPr>
              <a:t>9/26/2026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pPr>
              <a:defRPr/>
            </a:pPr>
            <a:fld id="{5B2B9BF9-B4C6-AF47-9CDA-28FAE34CEB54}" type="slidenum">
              <a:rPr lang="en-US"/>
              <a:pPr>
                <a:defRPr/>
              </a:pPr>
              <a:t>‹#›</a:t>
            </a:fld>
            <a:endParaRPr lang="en-US"/>
          </a:p>
        </p:txBody>
      </p:sp>
    </p:spTree>
    <p:extLst>
      <p:ext uri="{BB962C8B-B14F-4D97-AF65-F5344CB8AC3E}">
        <p14:creationId xmlns:p14="http://schemas.microsoft.com/office/powerpoint/2010/main" val="103170929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6T21:00:44.815"/>
    </inkml:context>
    <inkml:brush xml:id="br0">
      <inkml:brushProperty name="width" value="0.1" units="cm"/>
      <inkml:brushProperty name="height" value="0.1" units="cm"/>
      <inkml:brushProperty name="color" value="#CC0066"/>
    </inkml:brush>
  </inkml:definitions>
  <inkml:trace contextRef="#ctx0" brushRef="#br0">1 1 8192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pPr>
              <a:defRPr/>
            </a:pPr>
            <a:fld id="{DB5EF99E-7930-7944-985C-C1193D10D0E1}" type="datetime1">
              <a:rPr lang="en-US"/>
              <a:pPr>
                <a:defRPr/>
              </a:pPr>
              <a:t>9/26/2026</a:t>
            </a:fld>
            <a:endParaRPr lang="en-US"/>
          </a:p>
        </p:txBody>
      </p:sp>
      <p:sp>
        <p:nvSpPr>
          <p:cNvPr id="4"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pPr>
              <a:defRPr/>
            </a:pPr>
            <a:fld id="{A8636910-0990-344C-ABD4-511097861201}" type="slidenum">
              <a:rPr lang="en-US"/>
              <a:pPr>
                <a:defRPr/>
              </a:pPr>
              <a:t>‹#›</a:t>
            </a:fld>
            <a:endParaRPr lang="en-US"/>
          </a:p>
        </p:txBody>
      </p:sp>
    </p:spTree>
    <p:extLst>
      <p:ext uri="{BB962C8B-B14F-4D97-AF65-F5344CB8AC3E}">
        <p14:creationId xmlns:p14="http://schemas.microsoft.com/office/powerpoint/2010/main" val="3186627732"/>
      </p:ext>
    </p:extLst>
  </p:cSld>
  <p:clrMap bg1="lt1" tx1="dk1" bg2="lt2" tx2="dk2" accent1="accent1" accent2="accent2" accent3="accent3" accent4="accent4" accent5="accent5" accent6="accent6" hlink="hlink" folHlink="folHlink"/>
  <p:notesStyle>
    <a:lvl1pPr algn="l" defTabSz="4387850" rtl="0" eaLnBrk="0" fontAlgn="base" hangingPunct="0">
      <a:spcBef>
        <a:spcPct val="30000"/>
      </a:spcBef>
      <a:spcAft>
        <a:spcPct val="0"/>
      </a:spcAft>
      <a:defRPr sz="5800" kern="1200">
        <a:solidFill>
          <a:schemeClr val="tx1"/>
        </a:solidFill>
        <a:latin typeface="+mn-lt"/>
        <a:ea typeface="ＭＳ Ｐゴシック" charset="-128"/>
        <a:cs typeface="ＭＳ Ｐゴシック" charset="-128"/>
      </a:defRPr>
    </a:lvl1pPr>
    <a:lvl2pPr marL="2193925"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2pPr>
    <a:lvl3pPr marL="4387850"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3pPr>
    <a:lvl4pPr marL="6581775"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4pPr>
    <a:lvl5pPr marL="8777288"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A8636910-0990-344C-ABD4-511097861201}" type="slidenum">
              <a:rPr lang="en-US" smtClean="0"/>
              <a:pPr>
                <a:defRPr/>
              </a:pPr>
              <a:t>1</a:t>
            </a:fld>
            <a:endParaRPr lang="en-US"/>
          </a:p>
        </p:txBody>
      </p:sp>
    </p:spTree>
    <p:extLst>
      <p:ext uri="{BB962C8B-B14F-4D97-AF65-F5344CB8AC3E}">
        <p14:creationId xmlns:p14="http://schemas.microsoft.com/office/powerpoint/2010/main" val="40732924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BNL 4-Column Teal V Poster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678141" y="9193316"/>
            <a:ext cx="7542610"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6" name="Text Placeholder 5"/>
          <p:cNvSpPr>
            <a:spLocks noGrp="1"/>
          </p:cNvSpPr>
          <p:nvPr>
            <p:ph type="body" sz="quarter" idx="11"/>
          </p:nvPr>
        </p:nvSpPr>
        <p:spPr>
          <a:xfrm>
            <a:off x="691756" y="8005697"/>
            <a:ext cx="7536656"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0" name="Text Placeholder 5"/>
          <p:cNvSpPr>
            <a:spLocks noGrp="1"/>
          </p:cNvSpPr>
          <p:nvPr>
            <p:ph type="body" sz="quarter" idx="20"/>
          </p:nvPr>
        </p:nvSpPr>
        <p:spPr>
          <a:xfrm>
            <a:off x="691754" y="20080777"/>
            <a:ext cx="753784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1" name="Text Placeholder 3"/>
          <p:cNvSpPr>
            <a:spLocks noGrp="1"/>
          </p:cNvSpPr>
          <p:nvPr>
            <p:ph type="body" sz="quarter" idx="21"/>
          </p:nvPr>
        </p:nvSpPr>
        <p:spPr>
          <a:xfrm>
            <a:off x="8690374" y="9193316"/>
            <a:ext cx="7536656"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2" name="Text Placeholder 5"/>
          <p:cNvSpPr>
            <a:spLocks noGrp="1"/>
          </p:cNvSpPr>
          <p:nvPr>
            <p:ph type="body" sz="quarter" idx="22"/>
          </p:nvPr>
        </p:nvSpPr>
        <p:spPr>
          <a:xfrm>
            <a:off x="8690375" y="8005697"/>
            <a:ext cx="7536656"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3" name="Text Placeholder 3"/>
          <p:cNvSpPr>
            <a:spLocks noGrp="1"/>
          </p:cNvSpPr>
          <p:nvPr>
            <p:ph type="body" sz="quarter" idx="23"/>
          </p:nvPr>
        </p:nvSpPr>
        <p:spPr>
          <a:xfrm>
            <a:off x="16693754" y="9193316"/>
            <a:ext cx="7536656"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4" name="Text Placeholder 5"/>
          <p:cNvSpPr>
            <a:spLocks noGrp="1"/>
          </p:cNvSpPr>
          <p:nvPr>
            <p:ph type="body" sz="quarter" idx="24"/>
          </p:nvPr>
        </p:nvSpPr>
        <p:spPr>
          <a:xfrm>
            <a:off x="16687800" y="8005697"/>
            <a:ext cx="7543800"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5"/>
          </p:nvPr>
        </p:nvSpPr>
        <p:spPr>
          <a:xfrm>
            <a:off x="24693562" y="8005697"/>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6" name="Text Placeholder 3"/>
          <p:cNvSpPr>
            <a:spLocks noGrp="1"/>
          </p:cNvSpPr>
          <p:nvPr>
            <p:ph type="body" sz="quarter" idx="26"/>
          </p:nvPr>
        </p:nvSpPr>
        <p:spPr>
          <a:xfrm>
            <a:off x="24693562" y="9193316"/>
            <a:ext cx="7535264"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7" name="Text Placeholder 5"/>
          <p:cNvSpPr>
            <a:spLocks noGrp="1"/>
          </p:cNvSpPr>
          <p:nvPr>
            <p:ph type="body" sz="quarter" idx="27"/>
          </p:nvPr>
        </p:nvSpPr>
        <p:spPr>
          <a:xfrm>
            <a:off x="24689294" y="20080777"/>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8" name="Text Placeholder 3"/>
          <p:cNvSpPr>
            <a:spLocks noGrp="1"/>
          </p:cNvSpPr>
          <p:nvPr>
            <p:ph type="body" sz="quarter" idx="28"/>
          </p:nvPr>
        </p:nvSpPr>
        <p:spPr>
          <a:xfrm>
            <a:off x="24695451" y="21268893"/>
            <a:ext cx="7476225"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9" name="Text Placeholder 5"/>
          <p:cNvSpPr>
            <a:spLocks noGrp="1"/>
          </p:cNvSpPr>
          <p:nvPr>
            <p:ph type="body" sz="quarter" idx="29"/>
          </p:nvPr>
        </p:nvSpPr>
        <p:spPr>
          <a:xfrm>
            <a:off x="24693562" y="34395655"/>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30" name="Text Placeholder 3"/>
          <p:cNvSpPr>
            <a:spLocks noGrp="1"/>
          </p:cNvSpPr>
          <p:nvPr>
            <p:ph type="body" sz="quarter" idx="30"/>
          </p:nvPr>
        </p:nvSpPr>
        <p:spPr>
          <a:xfrm>
            <a:off x="24689788" y="35603779"/>
            <a:ext cx="7539038"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60" name="Text Placeholder 3"/>
          <p:cNvSpPr>
            <a:spLocks noGrp="1"/>
          </p:cNvSpPr>
          <p:nvPr>
            <p:ph type="body" sz="quarter" idx="96"/>
          </p:nvPr>
        </p:nvSpPr>
        <p:spPr>
          <a:xfrm>
            <a:off x="678141" y="21268893"/>
            <a:ext cx="7542610"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54" name="Picture Placeholder 13"/>
          <p:cNvSpPr>
            <a:spLocks noGrp="1"/>
          </p:cNvSpPr>
          <p:nvPr>
            <p:ph type="pic" sz="quarter" idx="152"/>
          </p:nvPr>
        </p:nvSpPr>
        <p:spPr>
          <a:xfrm>
            <a:off x="269720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sp>
        <p:nvSpPr>
          <p:cNvPr id="55" name="Picture Placeholder 13"/>
          <p:cNvSpPr>
            <a:spLocks noGrp="1"/>
          </p:cNvSpPr>
          <p:nvPr>
            <p:ph type="pic" sz="quarter" idx="153"/>
          </p:nvPr>
        </p:nvSpPr>
        <p:spPr>
          <a:xfrm>
            <a:off x="916982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sp>
        <p:nvSpPr>
          <p:cNvPr id="56" name="Picture Placeholder 13"/>
          <p:cNvSpPr>
            <a:spLocks noGrp="1"/>
          </p:cNvSpPr>
          <p:nvPr>
            <p:ph type="pic" sz="quarter" idx="154"/>
          </p:nvPr>
        </p:nvSpPr>
        <p:spPr>
          <a:xfrm>
            <a:off x="32357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sp>
        <p:nvSpPr>
          <p:cNvPr id="57" name="Picture Placeholder 13"/>
          <p:cNvSpPr>
            <a:spLocks noGrp="1"/>
          </p:cNvSpPr>
          <p:nvPr>
            <p:ph type="pic" sz="quarter" idx="155"/>
          </p:nvPr>
        </p:nvSpPr>
        <p:spPr>
          <a:xfrm>
            <a:off x="2103797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sp>
        <p:nvSpPr>
          <p:cNvPr id="58" name="Picture Placeholder 13"/>
          <p:cNvSpPr>
            <a:spLocks noGrp="1"/>
          </p:cNvSpPr>
          <p:nvPr>
            <p:ph type="pic" sz="quarter" idx="156"/>
          </p:nvPr>
        </p:nvSpPr>
        <p:spPr>
          <a:xfrm>
            <a:off x="1510390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pic>
        <p:nvPicPr>
          <p:cNvPr id="31" name="Picture 7" descr="DOE_Office_Science_white.png">
            <a:extLst>
              <a:ext uri="{FF2B5EF4-FFF2-40B4-BE49-F238E27FC236}">
                <a16:creationId xmlns:a16="http://schemas.microsoft.com/office/drawing/2014/main" id="{90B4B1B6-EE0A-2B4A-939F-B9E481B3B603}"/>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r="6706"/>
          <a:stretch>
            <a:fillRect/>
          </a:stretch>
        </p:blipFill>
        <p:spPr bwMode="auto">
          <a:xfrm>
            <a:off x="691754" y="4748669"/>
            <a:ext cx="4019550" cy="143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5" name="Title 1">
            <a:extLst>
              <a:ext uri="{FF2B5EF4-FFF2-40B4-BE49-F238E27FC236}">
                <a16:creationId xmlns:a16="http://schemas.microsoft.com/office/drawing/2014/main" id="{FDCE58A1-DE8F-134A-A29F-4E8D963BECC4}"/>
              </a:ext>
            </a:extLst>
          </p:cNvPr>
          <p:cNvSpPr>
            <a:spLocks noGrp="1"/>
          </p:cNvSpPr>
          <p:nvPr>
            <p:ph type="title"/>
          </p:nvPr>
        </p:nvSpPr>
        <p:spPr>
          <a:xfrm>
            <a:off x="5138738" y="766763"/>
            <a:ext cx="27111220" cy="1930400"/>
          </a:xfrm>
          <a:prstGeom prst="rect">
            <a:avLst/>
          </a:prstGeom>
        </p:spPr>
        <p:txBody>
          <a:bodyPr lIns="91436" tIns="45717" rIns="91436" bIns="45717" anchor="ctr" anchorCtr="0"/>
          <a:lstStyle>
            <a:lvl1pPr algn="l">
              <a:defRPr sz="6000" b="1">
                <a:solidFill>
                  <a:schemeClr val="bg1"/>
                </a:solidFill>
                <a:latin typeface="+mj-lt"/>
              </a:defRPr>
            </a:lvl1pPr>
          </a:lstStyle>
          <a:p>
            <a:r>
              <a:rPr lang="en-US"/>
              <a:t>Click to edit Master title style</a:t>
            </a:r>
            <a:endParaRPr lang="en-US" dirty="0"/>
          </a:p>
        </p:txBody>
      </p:sp>
      <p:sp>
        <p:nvSpPr>
          <p:cNvPr id="36" name="Text Placeholder 76">
            <a:extLst>
              <a:ext uri="{FF2B5EF4-FFF2-40B4-BE49-F238E27FC236}">
                <a16:creationId xmlns:a16="http://schemas.microsoft.com/office/drawing/2014/main" id="{5C9B36EC-11F0-304E-B3D2-44C2660AC7F7}"/>
              </a:ext>
            </a:extLst>
          </p:cNvPr>
          <p:cNvSpPr>
            <a:spLocks noGrp="1"/>
          </p:cNvSpPr>
          <p:nvPr>
            <p:ph type="body" sz="quarter" idx="150"/>
          </p:nvPr>
        </p:nvSpPr>
        <p:spPr>
          <a:xfrm>
            <a:off x="5138739" y="4454845"/>
            <a:ext cx="27111218" cy="1706880"/>
          </a:xfrm>
          <a:prstGeom prst="rect">
            <a:avLst/>
          </a:prstGeom>
        </p:spPr>
        <p:txBody>
          <a:bodyPr anchor="ctr"/>
          <a:lstStyle>
            <a:lvl1pPr algn="l">
              <a:buFontTx/>
              <a:buNone/>
              <a:defRPr sz="36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a:t>Click to edit Master text styles</a:t>
            </a:r>
          </a:p>
        </p:txBody>
      </p:sp>
      <p:sp>
        <p:nvSpPr>
          <p:cNvPr id="37" name="Text Placeholder 76">
            <a:extLst>
              <a:ext uri="{FF2B5EF4-FFF2-40B4-BE49-F238E27FC236}">
                <a16:creationId xmlns:a16="http://schemas.microsoft.com/office/drawing/2014/main" id="{26463ECE-D6F7-A045-8217-6E811C58AF1D}"/>
              </a:ext>
            </a:extLst>
          </p:cNvPr>
          <p:cNvSpPr>
            <a:spLocks noGrp="1"/>
          </p:cNvSpPr>
          <p:nvPr>
            <p:ph type="body" sz="quarter" idx="151"/>
          </p:nvPr>
        </p:nvSpPr>
        <p:spPr>
          <a:xfrm>
            <a:off x="5138738" y="2747965"/>
            <a:ext cx="27111219" cy="1706880"/>
          </a:xfrm>
          <a:prstGeom prst="rect">
            <a:avLst/>
          </a:prstGeom>
        </p:spPr>
        <p:txBody>
          <a:bodyPr anchor="ctr"/>
          <a:lstStyle>
            <a:lvl1pPr algn="l">
              <a:buFontTx/>
              <a:buNone/>
              <a:defRPr sz="4800">
                <a:solidFill>
                  <a:schemeClr val="bg1"/>
                </a:solidFill>
              </a:defRPr>
            </a:lvl1pPr>
            <a:lvl2pPr>
              <a:buFontTx/>
              <a:buNone/>
              <a:defRPr sz="7200"/>
            </a:lvl2pPr>
            <a:lvl3pPr>
              <a:buFontTx/>
              <a:buNone/>
              <a:defRPr sz="7200"/>
            </a:lvl3pPr>
            <a:lvl4pPr>
              <a:buFontTx/>
              <a:buNone/>
              <a:defRPr sz="7200"/>
            </a:lvl4pPr>
            <a:lvl5pPr>
              <a:buFontTx/>
              <a:buNone/>
              <a:defRPr sz="7200"/>
            </a:lvl5pPr>
          </a:lstStyle>
          <a:p>
            <a:pPr lvl="0"/>
            <a:r>
              <a:rPr lang="en-US"/>
              <a:t>Click to edit Master text styles</a:t>
            </a:r>
          </a:p>
        </p:txBody>
      </p:sp>
    </p:spTree>
    <p:extLst>
      <p:ext uri="{BB962C8B-B14F-4D97-AF65-F5344CB8AC3E}">
        <p14:creationId xmlns:p14="http://schemas.microsoft.com/office/powerpoint/2010/main" val="3771525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0ED1C-9B45-1CF2-3273-38D5EE8E47AF}"/>
              </a:ext>
            </a:extLst>
          </p:cNvPr>
          <p:cNvSpPr>
            <a:spLocks noGrp="1"/>
          </p:cNvSpPr>
          <p:nvPr>
            <p:ph type="title"/>
          </p:nvPr>
        </p:nvSpPr>
        <p:spPr>
          <a:xfrm>
            <a:off x="-1355725" y="1574800"/>
            <a:ext cx="28390850" cy="84836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427372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BNL Wide-Center Teal V Poster ">
    <p:spTree>
      <p:nvGrpSpPr>
        <p:cNvPr id="1" name=""/>
        <p:cNvGrpSpPr/>
        <p:nvPr/>
      </p:nvGrpSpPr>
      <p:grpSpPr>
        <a:xfrm>
          <a:off x="0" y="0"/>
          <a:ext cx="0" cy="0"/>
          <a:chOff x="0" y="0"/>
          <a:chExt cx="0" cy="0"/>
        </a:xfrm>
      </p:grpSpPr>
      <p:sp>
        <p:nvSpPr>
          <p:cNvPr id="7" name="Picture Placeholder 13"/>
          <p:cNvSpPr>
            <a:spLocks noGrp="1"/>
          </p:cNvSpPr>
          <p:nvPr>
            <p:ph type="pic" sz="quarter" idx="152"/>
          </p:nvPr>
        </p:nvSpPr>
        <p:spPr>
          <a:xfrm>
            <a:off x="269720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8" name="Picture Placeholder 13"/>
          <p:cNvSpPr>
            <a:spLocks noGrp="1"/>
          </p:cNvSpPr>
          <p:nvPr>
            <p:ph type="pic" sz="quarter" idx="153"/>
          </p:nvPr>
        </p:nvSpPr>
        <p:spPr>
          <a:xfrm>
            <a:off x="916982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9" name="Picture Placeholder 13"/>
          <p:cNvSpPr>
            <a:spLocks noGrp="1"/>
          </p:cNvSpPr>
          <p:nvPr>
            <p:ph type="pic" sz="quarter" idx="154"/>
          </p:nvPr>
        </p:nvSpPr>
        <p:spPr>
          <a:xfrm>
            <a:off x="32357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10" name="Picture Placeholder 13"/>
          <p:cNvSpPr>
            <a:spLocks noGrp="1"/>
          </p:cNvSpPr>
          <p:nvPr>
            <p:ph type="pic" sz="quarter" idx="155"/>
          </p:nvPr>
        </p:nvSpPr>
        <p:spPr>
          <a:xfrm>
            <a:off x="2103797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11" name="Picture Placeholder 13"/>
          <p:cNvSpPr>
            <a:spLocks noGrp="1"/>
          </p:cNvSpPr>
          <p:nvPr>
            <p:ph type="pic" sz="quarter" idx="156"/>
          </p:nvPr>
        </p:nvSpPr>
        <p:spPr>
          <a:xfrm>
            <a:off x="1510390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12" name="Text Placeholder 3"/>
          <p:cNvSpPr>
            <a:spLocks noGrp="1"/>
          </p:cNvSpPr>
          <p:nvPr>
            <p:ph type="body" sz="quarter" idx="10"/>
          </p:nvPr>
        </p:nvSpPr>
        <p:spPr>
          <a:xfrm>
            <a:off x="695074" y="9270395"/>
            <a:ext cx="7542610"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13" name="Text Placeholder 5"/>
          <p:cNvSpPr>
            <a:spLocks noGrp="1"/>
          </p:cNvSpPr>
          <p:nvPr>
            <p:ph type="body" sz="quarter" idx="11"/>
          </p:nvPr>
        </p:nvSpPr>
        <p:spPr>
          <a:xfrm>
            <a:off x="691756" y="8009721"/>
            <a:ext cx="7536656"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dirty="0"/>
              <a:t>Click to edit Master text styles</a:t>
            </a:r>
          </a:p>
        </p:txBody>
      </p:sp>
      <p:sp>
        <p:nvSpPr>
          <p:cNvPr id="14" name="Text Placeholder 3"/>
          <p:cNvSpPr>
            <a:spLocks noGrp="1"/>
          </p:cNvSpPr>
          <p:nvPr>
            <p:ph type="body" sz="quarter" idx="19"/>
          </p:nvPr>
        </p:nvSpPr>
        <p:spPr>
          <a:xfrm>
            <a:off x="676949" y="20640399"/>
            <a:ext cx="7543800"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Click to edit Master text styles</a:t>
            </a:r>
          </a:p>
        </p:txBody>
      </p:sp>
      <p:sp>
        <p:nvSpPr>
          <p:cNvPr id="15" name="Text Placeholder 5"/>
          <p:cNvSpPr>
            <a:spLocks noGrp="1"/>
          </p:cNvSpPr>
          <p:nvPr>
            <p:ph type="body" sz="quarter" idx="20"/>
          </p:nvPr>
        </p:nvSpPr>
        <p:spPr>
          <a:xfrm>
            <a:off x="691754" y="19363031"/>
            <a:ext cx="753784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16" name="Text Placeholder 3"/>
          <p:cNvSpPr>
            <a:spLocks noGrp="1"/>
          </p:cNvSpPr>
          <p:nvPr>
            <p:ph type="body" sz="quarter" idx="21"/>
          </p:nvPr>
        </p:nvSpPr>
        <p:spPr>
          <a:xfrm>
            <a:off x="8730592" y="9270395"/>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endParaRPr lang="en-US" dirty="0"/>
          </a:p>
        </p:txBody>
      </p:sp>
      <p:sp>
        <p:nvSpPr>
          <p:cNvPr id="17" name="Text Placeholder 5"/>
          <p:cNvSpPr>
            <a:spLocks noGrp="1"/>
          </p:cNvSpPr>
          <p:nvPr>
            <p:ph type="body" sz="quarter" idx="22"/>
          </p:nvPr>
        </p:nvSpPr>
        <p:spPr>
          <a:xfrm>
            <a:off x="8713657" y="8009721"/>
            <a:ext cx="15424281"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18" name="Text Placeholder 3"/>
          <p:cNvSpPr>
            <a:spLocks noGrp="1"/>
          </p:cNvSpPr>
          <p:nvPr>
            <p:ph type="body" sz="quarter" idx="23"/>
          </p:nvPr>
        </p:nvSpPr>
        <p:spPr>
          <a:xfrm>
            <a:off x="8747523" y="20640399"/>
            <a:ext cx="15393061"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19" name="Text Placeholder 5"/>
          <p:cNvSpPr>
            <a:spLocks noGrp="1"/>
          </p:cNvSpPr>
          <p:nvPr>
            <p:ph type="body" sz="quarter" idx="24"/>
          </p:nvPr>
        </p:nvSpPr>
        <p:spPr>
          <a:xfrm>
            <a:off x="8730591" y="19363531"/>
            <a:ext cx="15426928" cy="9382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0" name="Text Placeholder 5"/>
          <p:cNvSpPr>
            <a:spLocks noGrp="1"/>
          </p:cNvSpPr>
          <p:nvPr>
            <p:ph type="body" sz="quarter" idx="25"/>
          </p:nvPr>
        </p:nvSpPr>
        <p:spPr>
          <a:xfrm>
            <a:off x="8713657" y="31496867"/>
            <a:ext cx="1542692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1" name="Text Placeholder 3"/>
          <p:cNvSpPr>
            <a:spLocks noGrp="1"/>
          </p:cNvSpPr>
          <p:nvPr>
            <p:ph type="body" sz="quarter" idx="26"/>
          </p:nvPr>
        </p:nvSpPr>
        <p:spPr>
          <a:xfrm>
            <a:off x="8730590" y="32803874"/>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2" name="Text Placeholder 5"/>
          <p:cNvSpPr>
            <a:spLocks noGrp="1"/>
          </p:cNvSpPr>
          <p:nvPr>
            <p:ph type="body" sz="quarter" idx="27"/>
          </p:nvPr>
        </p:nvSpPr>
        <p:spPr>
          <a:xfrm>
            <a:off x="24689294" y="8009721"/>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3" name="Text Placeholder 3"/>
          <p:cNvSpPr>
            <a:spLocks noGrp="1"/>
          </p:cNvSpPr>
          <p:nvPr>
            <p:ph type="body" sz="quarter" idx="28"/>
          </p:nvPr>
        </p:nvSpPr>
        <p:spPr>
          <a:xfrm>
            <a:off x="24704572" y="9270395"/>
            <a:ext cx="7543903"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4" name="Text Placeholder 5"/>
          <p:cNvSpPr>
            <a:spLocks noGrp="1"/>
          </p:cNvSpPr>
          <p:nvPr>
            <p:ph type="body" sz="quarter" idx="29"/>
          </p:nvPr>
        </p:nvSpPr>
        <p:spPr>
          <a:xfrm>
            <a:off x="24693562" y="31496867"/>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5" name="Text Placeholder 3"/>
          <p:cNvSpPr>
            <a:spLocks noGrp="1"/>
          </p:cNvSpPr>
          <p:nvPr>
            <p:ph type="body" sz="quarter" idx="30"/>
          </p:nvPr>
        </p:nvSpPr>
        <p:spPr>
          <a:xfrm>
            <a:off x="24693563" y="32803874"/>
            <a:ext cx="7539038"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6" name="Text Placeholder 5"/>
          <p:cNvSpPr>
            <a:spLocks noGrp="1"/>
          </p:cNvSpPr>
          <p:nvPr>
            <p:ph type="body" sz="quarter" idx="157"/>
          </p:nvPr>
        </p:nvSpPr>
        <p:spPr>
          <a:xfrm>
            <a:off x="24693562" y="19363531"/>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7" name="Text Placeholder 3"/>
          <p:cNvSpPr>
            <a:spLocks noGrp="1"/>
          </p:cNvSpPr>
          <p:nvPr>
            <p:ph type="body" sz="quarter" idx="158"/>
          </p:nvPr>
        </p:nvSpPr>
        <p:spPr>
          <a:xfrm>
            <a:off x="24693563" y="20683711"/>
            <a:ext cx="7539038"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pic>
        <p:nvPicPr>
          <p:cNvPr id="30" name="Picture 7" descr="DOE_Office_Science_white.png">
            <a:extLst>
              <a:ext uri="{FF2B5EF4-FFF2-40B4-BE49-F238E27FC236}">
                <a16:creationId xmlns:a16="http://schemas.microsoft.com/office/drawing/2014/main" id="{673D2F0C-F6F5-6248-BDB0-9E97955C1A0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r="6706"/>
          <a:stretch>
            <a:fillRect/>
          </a:stretch>
        </p:blipFill>
        <p:spPr bwMode="auto">
          <a:xfrm>
            <a:off x="691754" y="4748669"/>
            <a:ext cx="4019550" cy="143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8" name="Title 1">
            <a:extLst>
              <a:ext uri="{FF2B5EF4-FFF2-40B4-BE49-F238E27FC236}">
                <a16:creationId xmlns:a16="http://schemas.microsoft.com/office/drawing/2014/main" id="{AF769A21-1E1B-5D41-9374-BC9F764E393A}"/>
              </a:ext>
            </a:extLst>
          </p:cNvPr>
          <p:cNvSpPr>
            <a:spLocks noGrp="1"/>
          </p:cNvSpPr>
          <p:nvPr>
            <p:ph type="title"/>
          </p:nvPr>
        </p:nvSpPr>
        <p:spPr>
          <a:xfrm>
            <a:off x="5138738" y="766763"/>
            <a:ext cx="27111220" cy="1930400"/>
          </a:xfrm>
          <a:prstGeom prst="rect">
            <a:avLst/>
          </a:prstGeom>
        </p:spPr>
        <p:txBody>
          <a:bodyPr lIns="91436" tIns="45717" rIns="91436" bIns="45717" anchor="ctr" anchorCtr="0"/>
          <a:lstStyle>
            <a:lvl1pPr algn="l">
              <a:defRPr sz="6000" b="1">
                <a:solidFill>
                  <a:schemeClr val="bg1"/>
                </a:solidFill>
                <a:latin typeface="+mj-lt"/>
              </a:defRPr>
            </a:lvl1pPr>
          </a:lstStyle>
          <a:p>
            <a:r>
              <a:rPr lang="en-US" dirty="0"/>
              <a:t>Click to edit Master title style</a:t>
            </a:r>
          </a:p>
        </p:txBody>
      </p:sp>
      <p:sp>
        <p:nvSpPr>
          <p:cNvPr id="29" name="Text Placeholder 76">
            <a:extLst>
              <a:ext uri="{FF2B5EF4-FFF2-40B4-BE49-F238E27FC236}">
                <a16:creationId xmlns:a16="http://schemas.microsoft.com/office/drawing/2014/main" id="{A862EA06-82BC-F041-A292-2A7AD8949C57}"/>
              </a:ext>
            </a:extLst>
          </p:cNvPr>
          <p:cNvSpPr>
            <a:spLocks noGrp="1"/>
          </p:cNvSpPr>
          <p:nvPr>
            <p:ph type="body" sz="quarter" idx="150"/>
          </p:nvPr>
        </p:nvSpPr>
        <p:spPr>
          <a:xfrm>
            <a:off x="5138739" y="4454845"/>
            <a:ext cx="27111218" cy="1706880"/>
          </a:xfrm>
          <a:prstGeom prst="rect">
            <a:avLst/>
          </a:prstGeom>
        </p:spPr>
        <p:txBody>
          <a:bodyPr anchor="ctr"/>
          <a:lstStyle>
            <a:lvl1pPr algn="l">
              <a:buFontTx/>
              <a:buNone/>
              <a:defRPr sz="36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to edit Master text styles</a:t>
            </a:r>
          </a:p>
        </p:txBody>
      </p:sp>
      <p:sp>
        <p:nvSpPr>
          <p:cNvPr id="31" name="Text Placeholder 76">
            <a:extLst>
              <a:ext uri="{FF2B5EF4-FFF2-40B4-BE49-F238E27FC236}">
                <a16:creationId xmlns:a16="http://schemas.microsoft.com/office/drawing/2014/main" id="{DEC750F6-9F0B-DD42-A794-C0A74EA3561F}"/>
              </a:ext>
            </a:extLst>
          </p:cNvPr>
          <p:cNvSpPr>
            <a:spLocks noGrp="1"/>
          </p:cNvSpPr>
          <p:nvPr>
            <p:ph type="body" sz="quarter" idx="151"/>
          </p:nvPr>
        </p:nvSpPr>
        <p:spPr>
          <a:xfrm>
            <a:off x="5138738" y="2747965"/>
            <a:ext cx="27111219" cy="1706880"/>
          </a:xfrm>
          <a:prstGeom prst="rect">
            <a:avLst/>
          </a:prstGeom>
        </p:spPr>
        <p:txBody>
          <a:bodyPr anchor="ctr"/>
          <a:lstStyle>
            <a:lvl1pPr algn="l">
              <a:buFontTx/>
              <a:buNone/>
              <a:defRPr sz="4800">
                <a:solidFill>
                  <a:schemeClr val="bg1"/>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to edit Master text styles</a:t>
            </a:r>
          </a:p>
        </p:txBody>
      </p:sp>
    </p:spTree>
    <p:extLst>
      <p:ext uri="{BB962C8B-B14F-4D97-AF65-F5344CB8AC3E}">
        <p14:creationId xmlns:p14="http://schemas.microsoft.com/office/powerpoint/2010/main" val="4069707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BNL Right-Highlight Teal V Poster">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678141" y="9236528"/>
            <a:ext cx="7542610"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Click to edit Master text styles</a:t>
            </a:r>
          </a:p>
        </p:txBody>
      </p:sp>
      <p:sp>
        <p:nvSpPr>
          <p:cNvPr id="6" name="Text Placeholder 5"/>
          <p:cNvSpPr>
            <a:spLocks noGrp="1"/>
          </p:cNvSpPr>
          <p:nvPr>
            <p:ph type="body" sz="quarter" idx="11"/>
          </p:nvPr>
        </p:nvSpPr>
        <p:spPr>
          <a:xfrm>
            <a:off x="691756" y="8009720"/>
            <a:ext cx="7536656"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dirty="0"/>
              <a:t>Click to edit Master text styles</a:t>
            </a:r>
          </a:p>
        </p:txBody>
      </p:sp>
      <p:sp>
        <p:nvSpPr>
          <p:cNvPr id="19" name="Text Placeholder 3"/>
          <p:cNvSpPr>
            <a:spLocks noGrp="1"/>
          </p:cNvSpPr>
          <p:nvPr>
            <p:ph type="body" sz="quarter" idx="19"/>
          </p:nvPr>
        </p:nvSpPr>
        <p:spPr>
          <a:xfrm>
            <a:off x="676949" y="20647923"/>
            <a:ext cx="7543800"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0" name="Text Placeholder 5"/>
          <p:cNvSpPr>
            <a:spLocks noGrp="1"/>
          </p:cNvSpPr>
          <p:nvPr>
            <p:ph type="body" sz="quarter" idx="20"/>
          </p:nvPr>
        </p:nvSpPr>
        <p:spPr>
          <a:xfrm>
            <a:off x="691754" y="19363031"/>
            <a:ext cx="753784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1" name="Text Placeholder 3"/>
          <p:cNvSpPr>
            <a:spLocks noGrp="1"/>
          </p:cNvSpPr>
          <p:nvPr>
            <p:ph type="body" sz="quarter" idx="21"/>
          </p:nvPr>
        </p:nvSpPr>
        <p:spPr>
          <a:xfrm>
            <a:off x="8747525" y="9236528"/>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2" name="Text Placeholder 5"/>
          <p:cNvSpPr>
            <a:spLocks noGrp="1"/>
          </p:cNvSpPr>
          <p:nvPr>
            <p:ph type="body" sz="quarter" idx="22"/>
          </p:nvPr>
        </p:nvSpPr>
        <p:spPr>
          <a:xfrm>
            <a:off x="8747523" y="8009720"/>
            <a:ext cx="15426930"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3" name="Text Placeholder 3"/>
          <p:cNvSpPr>
            <a:spLocks noGrp="1"/>
          </p:cNvSpPr>
          <p:nvPr>
            <p:ph type="body" sz="quarter" idx="23"/>
          </p:nvPr>
        </p:nvSpPr>
        <p:spPr>
          <a:xfrm>
            <a:off x="8747523" y="20647923"/>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4" name="Text Placeholder 5"/>
          <p:cNvSpPr>
            <a:spLocks noGrp="1"/>
          </p:cNvSpPr>
          <p:nvPr>
            <p:ph type="body" sz="quarter" idx="24"/>
          </p:nvPr>
        </p:nvSpPr>
        <p:spPr>
          <a:xfrm>
            <a:off x="8747524" y="19363031"/>
            <a:ext cx="15426930"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5"/>
          </p:nvPr>
        </p:nvSpPr>
        <p:spPr>
          <a:xfrm>
            <a:off x="8747523" y="31496867"/>
            <a:ext cx="1542692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6" name="Text Placeholder 3"/>
          <p:cNvSpPr>
            <a:spLocks noGrp="1"/>
          </p:cNvSpPr>
          <p:nvPr>
            <p:ph type="body" sz="quarter" idx="26"/>
          </p:nvPr>
        </p:nvSpPr>
        <p:spPr>
          <a:xfrm>
            <a:off x="8747523" y="32709800"/>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7" name="Text Placeholder 5"/>
          <p:cNvSpPr>
            <a:spLocks noGrp="1"/>
          </p:cNvSpPr>
          <p:nvPr>
            <p:ph type="body" sz="quarter" idx="27"/>
          </p:nvPr>
        </p:nvSpPr>
        <p:spPr>
          <a:xfrm>
            <a:off x="24689294" y="8009720"/>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8" name="Text Placeholder 3"/>
          <p:cNvSpPr>
            <a:spLocks noGrp="1"/>
          </p:cNvSpPr>
          <p:nvPr>
            <p:ph type="body" sz="quarter" idx="28"/>
          </p:nvPr>
        </p:nvSpPr>
        <p:spPr>
          <a:xfrm>
            <a:off x="24704572" y="9236528"/>
            <a:ext cx="7473311"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9" name="Text Placeholder 5"/>
          <p:cNvSpPr>
            <a:spLocks noGrp="1"/>
          </p:cNvSpPr>
          <p:nvPr>
            <p:ph type="body" sz="quarter" idx="29"/>
          </p:nvPr>
        </p:nvSpPr>
        <p:spPr>
          <a:xfrm>
            <a:off x="24693562" y="31496867"/>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30" name="Text Placeholder 3"/>
          <p:cNvSpPr>
            <a:spLocks noGrp="1"/>
          </p:cNvSpPr>
          <p:nvPr>
            <p:ph type="body" sz="quarter" idx="30"/>
          </p:nvPr>
        </p:nvSpPr>
        <p:spPr>
          <a:xfrm>
            <a:off x="24693563" y="32709800"/>
            <a:ext cx="7539038"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52" name="Picture Placeholder 13"/>
          <p:cNvSpPr>
            <a:spLocks noGrp="1"/>
          </p:cNvSpPr>
          <p:nvPr>
            <p:ph type="pic" sz="quarter" idx="152"/>
          </p:nvPr>
        </p:nvSpPr>
        <p:spPr>
          <a:xfrm>
            <a:off x="269720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3" name="Picture Placeholder 13"/>
          <p:cNvSpPr>
            <a:spLocks noGrp="1"/>
          </p:cNvSpPr>
          <p:nvPr>
            <p:ph type="pic" sz="quarter" idx="153"/>
          </p:nvPr>
        </p:nvSpPr>
        <p:spPr>
          <a:xfrm>
            <a:off x="916982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4" name="Picture Placeholder 13"/>
          <p:cNvSpPr>
            <a:spLocks noGrp="1"/>
          </p:cNvSpPr>
          <p:nvPr>
            <p:ph type="pic" sz="quarter" idx="154"/>
          </p:nvPr>
        </p:nvSpPr>
        <p:spPr>
          <a:xfrm>
            <a:off x="32357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5" name="Picture Placeholder 13"/>
          <p:cNvSpPr>
            <a:spLocks noGrp="1"/>
          </p:cNvSpPr>
          <p:nvPr>
            <p:ph type="pic" sz="quarter" idx="155"/>
          </p:nvPr>
        </p:nvSpPr>
        <p:spPr>
          <a:xfrm>
            <a:off x="2103797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6" name="Picture Placeholder 13"/>
          <p:cNvSpPr>
            <a:spLocks noGrp="1"/>
          </p:cNvSpPr>
          <p:nvPr>
            <p:ph type="pic" sz="quarter" idx="156"/>
          </p:nvPr>
        </p:nvSpPr>
        <p:spPr>
          <a:xfrm>
            <a:off x="1510390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7" name="Text Placeholder 5"/>
          <p:cNvSpPr>
            <a:spLocks noGrp="1"/>
          </p:cNvSpPr>
          <p:nvPr>
            <p:ph type="body" sz="quarter" idx="157"/>
          </p:nvPr>
        </p:nvSpPr>
        <p:spPr>
          <a:xfrm>
            <a:off x="24693562" y="19363031"/>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71" name="Text Placeholder 3"/>
          <p:cNvSpPr>
            <a:spLocks noGrp="1"/>
          </p:cNvSpPr>
          <p:nvPr>
            <p:ph type="body" sz="quarter" idx="158"/>
          </p:nvPr>
        </p:nvSpPr>
        <p:spPr>
          <a:xfrm>
            <a:off x="24693563" y="20647923"/>
            <a:ext cx="7539038"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pic>
        <p:nvPicPr>
          <p:cNvPr id="34" name="Picture 7" descr="DOE_Office_Science_white.png">
            <a:extLst>
              <a:ext uri="{FF2B5EF4-FFF2-40B4-BE49-F238E27FC236}">
                <a16:creationId xmlns:a16="http://schemas.microsoft.com/office/drawing/2014/main" id="{8E7CA4AE-1215-A941-94DA-37CB0B575BCE}"/>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r="6706"/>
          <a:stretch>
            <a:fillRect/>
          </a:stretch>
        </p:blipFill>
        <p:spPr bwMode="auto">
          <a:xfrm>
            <a:off x="691754" y="4748669"/>
            <a:ext cx="4019550" cy="143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5" name="Title 1">
            <a:extLst>
              <a:ext uri="{FF2B5EF4-FFF2-40B4-BE49-F238E27FC236}">
                <a16:creationId xmlns:a16="http://schemas.microsoft.com/office/drawing/2014/main" id="{BC12735E-AB4B-C448-ADA9-B1AFB45663FB}"/>
              </a:ext>
            </a:extLst>
          </p:cNvPr>
          <p:cNvSpPr>
            <a:spLocks noGrp="1"/>
          </p:cNvSpPr>
          <p:nvPr>
            <p:ph type="title"/>
          </p:nvPr>
        </p:nvSpPr>
        <p:spPr>
          <a:xfrm>
            <a:off x="5138738" y="766763"/>
            <a:ext cx="27111220" cy="1930400"/>
          </a:xfrm>
          <a:prstGeom prst="rect">
            <a:avLst/>
          </a:prstGeom>
        </p:spPr>
        <p:txBody>
          <a:bodyPr lIns="91436" tIns="45717" rIns="91436" bIns="45717" anchor="ctr" anchorCtr="0"/>
          <a:lstStyle>
            <a:lvl1pPr algn="l">
              <a:defRPr sz="6000" b="1">
                <a:solidFill>
                  <a:schemeClr val="bg1"/>
                </a:solidFill>
                <a:latin typeface="+mj-lt"/>
              </a:defRPr>
            </a:lvl1pPr>
          </a:lstStyle>
          <a:p>
            <a:r>
              <a:rPr lang="en-US" dirty="0"/>
              <a:t>Click to edit Master title style</a:t>
            </a:r>
          </a:p>
        </p:txBody>
      </p:sp>
      <p:sp>
        <p:nvSpPr>
          <p:cNvPr id="36" name="Text Placeholder 76">
            <a:extLst>
              <a:ext uri="{FF2B5EF4-FFF2-40B4-BE49-F238E27FC236}">
                <a16:creationId xmlns:a16="http://schemas.microsoft.com/office/drawing/2014/main" id="{9367639A-84EA-C14F-B4EE-EBE6F9B956CB}"/>
              </a:ext>
            </a:extLst>
          </p:cNvPr>
          <p:cNvSpPr>
            <a:spLocks noGrp="1"/>
          </p:cNvSpPr>
          <p:nvPr>
            <p:ph type="body" sz="quarter" idx="150"/>
          </p:nvPr>
        </p:nvSpPr>
        <p:spPr>
          <a:xfrm>
            <a:off x="5138739" y="4454845"/>
            <a:ext cx="27111218" cy="1706880"/>
          </a:xfrm>
          <a:prstGeom prst="rect">
            <a:avLst/>
          </a:prstGeom>
        </p:spPr>
        <p:txBody>
          <a:bodyPr anchor="ctr"/>
          <a:lstStyle>
            <a:lvl1pPr algn="l">
              <a:buFontTx/>
              <a:buNone/>
              <a:defRPr sz="36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to edit Master text styles</a:t>
            </a:r>
          </a:p>
        </p:txBody>
      </p:sp>
      <p:sp>
        <p:nvSpPr>
          <p:cNvPr id="37" name="Text Placeholder 76">
            <a:extLst>
              <a:ext uri="{FF2B5EF4-FFF2-40B4-BE49-F238E27FC236}">
                <a16:creationId xmlns:a16="http://schemas.microsoft.com/office/drawing/2014/main" id="{594125BB-CB39-E94D-B411-F6744581301B}"/>
              </a:ext>
            </a:extLst>
          </p:cNvPr>
          <p:cNvSpPr>
            <a:spLocks noGrp="1"/>
          </p:cNvSpPr>
          <p:nvPr>
            <p:ph type="body" sz="quarter" idx="151"/>
          </p:nvPr>
        </p:nvSpPr>
        <p:spPr>
          <a:xfrm>
            <a:off x="5138738" y="2747965"/>
            <a:ext cx="27111219" cy="1706880"/>
          </a:xfrm>
          <a:prstGeom prst="rect">
            <a:avLst/>
          </a:prstGeom>
        </p:spPr>
        <p:txBody>
          <a:bodyPr anchor="ctr"/>
          <a:lstStyle>
            <a:lvl1pPr algn="l">
              <a:buFontTx/>
              <a:buNone/>
              <a:defRPr sz="4800">
                <a:solidFill>
                  <a:schemeClr val="bg1"/>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to edit Master text styles</a:t>
            </a:r>
          </a:p>
        </p:txBody>
      </p:sp>
    </p:spTree>
    <p:extLst>
      <p:ext uri="{BB962C8B-B14F-4D97-AF65-F5344CB8AC3E}">
        <p14:creationId xmlns:p14="http://schemas.microsoft.com/office/powerpoint/2010/main" val="2321452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6FB082-086E-464E-BBB1-F0B7C6E2BF00}"/>
              </a:ext>
            </a:extLst>
          </p:cNvPr>
          <p:cNvSpPr>
            <a:spLocks noChangeArrowheads="1"/>
          </p:cNvSpPr>
          <p:nvPr userDrawn="1"/>
        </p:nvSpPr>
        <p:spPr bwMode="auto">
          <a:xfrm flipV="1">
            <a:off x="0" y="0"/>
            <a:ext cx="32918400" cy="659606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91436" tIns="45717" rIns="91436" bIns="45717" anchor="ctr"/>
          <a:lstStyle/>
          <a:p>
            <a:endParaRPr lang="en-US"/>
          </a:p>
        </p:txBody>
      </p:sp>
      <p:sp>
        <p:nvSpPr>
          <p:cNvPr id="1026" name="Rectangle 35"/>
          <p:cNvSpPr>
            <a:spLocks noChangeArrowheads="1"/>
          </p:cNvSpPr>
          <p:nvPr/>
        </p:nvSpPr>
        <p:spPr bwMode="auto">
          <a:xfrm>
            <a:off x="24688800" y="8007350"/>
            <a:ext cx="7543800" cy="31089600"/>
          </a:xfrm>
          <a:prstGeom prst="rect">
            <a:avLst/>
          </a:prstGeom>
          <a:solidFill>
            <a:srgbClr val="FFFFFF"/>
          </a:solidFill>
          <a:ln w="9525">
            <a:solidFill>
              <a:schemeClr val="tx2"/>
            </a:solidFill>
            <a:miter lim="800000"/>
            <a:headEnd/>
            <a:tailEnd/>
          </a:ln>
        </p:spPr>
        <p:txBody>
          <a:bodyPr wrap="none" lIns="91436" tIns="45717" rIns="91436" bIns="45717" anchor="ctr"/>
          <a:lstStyle/>
          <a:p>
            <a:endParaRPr lang="en-US"/>
          </a:p>
        </p:txBody>
      </p:sp>
      <p:sp>
        <p:nvSpPr>
          <p:cNvPr id="1027" name="Rectangle 33"/>
          <p:cNvSpPr>
            <a:spLocks noChangeArrowheads="1"/>
          </p:cNvSpPr>
          <p:nvPr/>
        </p:nvSpPr>
        <p:spPr bwMode="auto">
          <a:xfrm>
            <a:off x="8686800" y="8007350"/>
            <a:ext cx="7543800" cy="31089600"/>
          </a:xfrm>
          <a:prstGeom prst="rect">
            <a:avLst/>
          </a:prstGeom>
          <a:solidFill>
            <a:srgbClr val="FFFFFF"/>
          </a:solidFill>
          <a:ln w="9525">
            <a:solidFill>
              <a:schemeClr val="tx2"/>
            </a:solidFill>
            <a:miter lim="800000"/>
            <a:headEnd/>
            <a:tailEnd/>
          </a:ln>
        </p:spPr>
        <p:txBody>
          <a:bodyPr wrap="none" lIns="91436" tIns="45717" rIns="91436" bIns="45717" anchor="ctr"/>
          <a:lstStyle/>
          <a:p>
            <a:endParaRPr lang="en-US"/>
          </a:p>
        </p:txBody>
      </p:sp>
      <p:sp>
        <p:nvSpPr>
          <p:cNvPr id="1028" name="Rectangle 33"/>
          <p:cNvSpPr>
            <a:spLocks noChangeArrowheads="1"/>
          </p:cNvSpPr>
          <p:nvPr/>
        </p:nvSpPr>
        <p:spPr bwMode="auto">
          <a:xfrm>
            <a:off x="16687800" y="8007350"/>
            <a:ext cx="7543800" cy="31089600"/>
          </a:xfrm>
          <a:prstGeom prst="rect">
            <a:avLst/>
          </a:prstGeom>
          <a:solidFill>
            <a:srgbClr val="FFFFFF"/>
          </a:solidFill>
          <a:ln w="9525">
            <a:solidFill>
              <a:schemeClr val="tx2"/>
            </a:solidFill>
            <a:miter lim="800000"/>
            <a:headEnd/>
            <a:tailEnd/>
          </a:ln>
        </p:spPr>
        <p:txBody>
          <a:bodyPr wrap="none" lIns="91436" tIns="45717" rIns="91436" bIns="45717" anchor="ctr"/>
          <a:lstStyle/>
          <a:p>
            <a:endParaRPr lang="en-US"/>
          </a:p>
        </p:txBody>
      </p:sp>
      <p:sp>
        <p:nvSpPr>
          <p:cNvPr id="1029" name="Rectangle 33"/>
          <p:cNvSpPr>
            <a:spLocks noChangeArrowheads="1"/>
          </p:cNvSpPr>
          <p:nvPr/>
        </p:nvSpPr>
        <p:spPr bwMode="auto">
          <a:xfrm>
            <a:off x="692150" y="8007350"/>
            <a:ext cx="7543800" cy="31089600"/>
          </a:xfrm>
          <a:prstGeom prst="rect">
            <a:avLst/>
          </a:prstGeom>
          <a:solidFill>
            <a:srgbClr val="FFFFFF"/>
          </a:solidFill>
          <a:ln w="9525">
            <a:solidFill>
              <a:schemeClr val="tx2"/>
            </a:solidFill>
            <a:miter lim="800000"/>
            <a:headEnd/>
            <a:tailEnd/>
          </a:ln>
        </p:spPr>
        <p:txBody>
          <a:bodyPr wrap="none" lIns="91436" tIns="45717" rIns="91436" bIns="45717" anchor="ctr"/>
          <a:lstStyle/>
          <a:p>
            <a:endParaRPr lang="en-US"/>
          </a:p>
        </p:txBody>
      </p:sp>
      <p:cxnSp>
        <p:nvCxnSpPr>
          <p:cNvPr id="22" name="Straight Connector 21"/>
          <p:cNvCxnSpPr/>
          <p:nvPr userDrawn="1"/>
        </p:nvCxnSpPr>
        <p:spPr>
          <a:xfrm>
            <a:off x="685800" y="7315200"/>
            <a:ext cx="315468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685800" y="39822438"/>
            <a:ext cx="315468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E2F0EEA4-4B12-654C-ABCB-17B56FB85044}"/>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85800" y="795127"/>
            <a:ext cx="2477770" cy="3216484"/>
          </a:xfrm>
          <a:prstGeom prst="rect">
            <a:avLst/>
          </a:prstGeom>
        </p:spPr>
      </p:pic>
    </p:spTree>
  </p:cSld>
  <p:clrMap bg1="lt1" tx1="dk1" bg2="lt2" tx2="dk2" accent1="accent1" accent2="accent2" accent3="accent3" accent4="accent4" accent5="accent5" accent6="accent6" hlink="hlink" folHlink="folHlink"/>
  <p:sldLayoutIdLst>
    <p:sldLayoutId id="2147483753" r:id="rId1"/>
  </p:sldLayoutIdLst>
  <p:txStyles>
    <p:titleStyle>
      <a:lvl1pPr algn="ctr" defTabSz="4387850" rtl="0" eaLnBrk="1" fontAlgn="base" hangingPunct="1">
        <a:spcBef>
          <a:spcPct val="0"/>
        </a:spcBef>
        <a:spcAft>
          <a:spcPct val="0"/>
        </a:spcAft>
        <a:defRPr sz="8800" kern="1200">
          <a:solidFill>
            <a:schemeClr val="bg1"/>
          </a:solidFill>
          <a:latin typeface="Trebuchet MS" pitchFamily="34" charset="0"/>
          <a:ea typeface="ＭＳ Ｐゴシック" charset="-128"/>
          <a:cs typeface="ＭＳ Ｐゴシック" charset="-128"/>
        </a:defRPr>
      </a:lvl1pPr>
      <a:lvl2pPr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2pPr>
      <a:lvl3pPr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3pPr>
      <a:lvl4pPr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4pPr>
      <a:lvl5pPr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5pPr>
      <a:lvl6pPr marL="457200"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6pPr>
      <a:lvl7pPr marL="914400"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7pPr>
      <a:lvl8pPr marL="1371600"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8pPr>
      <a:lvl9pPr marL="1828800"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9pPr>
    </p:titleStyle>
    <p:bodyStyle>
      <a:lvl1pPr marL="1644650" indent="-1644650" algn="l" defTabSz="4387850" rtl="0" eaLnBrk="1" fontAlgn="base" hangingPunct="1">
        <a:spcBef>
          <a:spcPct val="20000"/>
        </a:spcBef>
        <a:spcAft>
          <a:spcPct val="0"/>
        </a:spcAft>
        <a:buFont typeface="Arial" charset="0"/>
        <a:buChar char="•"/>
        <a:defRPr sz="15400" kern="1200">
          <a:solidFill>
            <a:schemeClr val="tx1"/>
          </a:solidFill>
          <a:latin typeface="+mn-lt"/>
          <a:ea typeface="ＭＳ Ｐゴシック" charset="-128"/>
          <a:cs typeface="ＭＳ Ｐゴシック" charset="-128"/>
        </a:defRPr>
      </a:lvl1pPr>
      <a:lvl2pPr marL="3565525" indent="-1370013" algn="l" defTabSz="4387850" rtl="0" eaLnBrk="1" fontAlgn="base" hangingPunct="1">
        <a:spcBef>
          <a:spcPct val="20000"/>
        </a:spcBef>
        <a:spcAft>
          <a:spcPct val="0"/>
        </a:spcAft>
        <a:buFont typeface="Arial" charset="0"/>
        <a:buChar char="–"/>
        <a:defRPr sz="13500" kern="1200">
          <a:solidFill>
            <a:schemeClr val="tx1"/>
          </a:solidFill>
          <a:latin typeface="+mn-lt"/>
          <a:ea typeface="ＭＳ Ｐゴシック" charset="-128"/>
          <a:cs typeface="+mn-cs"/>
        </a:defRPr>
      </a:lvl2pPr>
      <a:lvl3pPr marL="5484813" indent="-1096963" algn="l" defTabSz="4387850" rtl="0" eaLnBrk="1" fontAlgn="base" hangingPunct="1">
        <a:spcBef>
          <a:spcPct val="20000"/>
        </a:spcBef>
        <a:spcAft>
          <a:spcPct val="0"/>
        </a:spcAft>
        <a:buFont typeface="Arial" charset="0"/>
        <a:buChar char="•"/>
        <a:defRPr sz="11600" kern="1200">
          <a:solidFill>
            <a:schemeClr val="tx1"/>
          </a:solidFill>
          <a:latin typeface="+mn-lt"/>
          <a:ea typeface="ＭＳ Ｐゴシック" charset="-128"/>
          <a:cs typeface="+mn-cs"/>
        </a:defRPr>
      </a:lvl3pPr>
      <a:lvl4pPr marL="7680325" indent="-1096963" algn="l" defTabSz="4387850" rtl="0" eaLnBrk="1" fontAlgn="base" hangingPunct="1">
        <a:spcBef>
          <a:spcPct val="20000"/>
        </a:spcBef>
        <a:spcAft>
          <a:spcPct val="0"/>
        </a:spcAft>
        <a:buFont typeface="Arial" charset="0"/>
        <a:buChar char="–"/>
        <a:defRPr sz="9600" kern="1200">
          <a:solidFill>
            <a:schemeClr val="tx1"/>
          </a:solidFill>
          <a:latin typeface="+mn-lt"/>
          <a:ea typeface="ＭＳ Ｐゴシック" charset="-128"/>
          <a:cs typeface="+mn-cs"/>
        </a:defRPr>
      </a:lvl4pPr>
      <a:lvl5pPr marL="9874250" indent="-1096963" algn="l" defTabSz="4387850" rtl="0" eaLnBrk="1" fontAlgn="base" hangingPunct="1">
        <a:spcBef>
          <a:spcPct val="20000"/>
        </a:spcBef>
        <a:spcAft>
          <a:spcPct val="0"/>
        </a:spcAft>
        <a:buFont typeface="Arial" charset="0"/>
        <a:buChar char="»"/>
        <a:defRPr sz="9600" kern="1200">
          <a:solidFill>
            <a:schemeClr val="tx1"/>
          </a:solidFill>
          <a:latin typeface="+mn-lt"/>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2CC861-FE92-9F49-9509-955612D70500}"/>
              </a:ext>
            </a:extLst>
          </p:cNvPr>
          <p:cNvSpPr>
            <a:spLocks noChangeArrowheads="1"/>
          </p:cNvSpPr>
          <p:nvPr userDrawn="1"/>
        </p:nvSpPr>
        <p:spPr bwMode="auto">
          <a:xfrm flipV="1">
            <a:off x="0" y="0"/>
            <a:ext cx="32918400" cy="659606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91436" tIns="45717" rIns="91436" bIns="45717" anchor="ctr"/>
          <a:lstStyle/>
          <a:p>
            <a:endParaRPr lang="en-US"/>
          </a:p>
        </p:txBody>
      </p:sp>
      <p:sp>
        <p:nvSpPr>
          <p:cNvPr id="3074" name="Rectangle 33"/>
          <p:cNvSpPr>
            <a:spLocks noChangeArrowheads="1"/>
          </p:cNvSpPr>
          <p:nvPr/>
        </p:nvSpPr>
        <p:spPr bwMode="auto">
          <a:xfrm>
            <a:off x="685800" y="7994650"/>
            <a:ext cx="10190163"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3075" name="Rectangle 33"/>
          <p:cNvSpPr>
            <a:spLocks noChangeArrowheads="1"/>
          </p:cNvSpPr>
          <p:nvPr/>
        </p:nvSpPr>
        <p:spPr bwMode="auto">
          <a:xfrm>
            <a:off x="11363325" y="7994650"/>
            <a:ext cx="10188575"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3076" name="Rectangle 33"/>
          <p:cNvSpPr>
            <a:spLocks noChangeArrowheads="1"/>
          </p:cNvSpPr>
          <p:nvPr/>
        </p:nvSpPr>
        <p:spPr bwMode="auto">
          <a:xfrm>
            <a:off x="22039263" y="7994650"/>
            <a:ext cx="10190162"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cxnSp>
        <p:nvCxnSpPr>
          <p:cNvPr id="36" name="Straight Connector 35"/>
          <p:cNvCxnSpPr/>
          <p:nvPr userDrawn="1"/>
        </p:nvCxnSpPr>
        <p:spPr>
          <a:xfrm>
            <a:off x="685800" y="7315200"/>
            <a:ext cx="315468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685800" y="39822438"/>
            <a:ext cx="315468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8FB0569F-A0B7-5C49-877B-F4C926D9215E}"/>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85800" y="795127"/>
            <a:ext cx="2477770" cy="3216484"/>
          </a:xfrm>
          <a:prstGeom prst="rect">
            <a:avLst/>
          </a:prstGeom>
        </p:spPr>
      </p:pic>
    </p:spTree>
  </p:cSld>
  <p:clrMap bg1="lt1" tx1="dk1" bg2="lt2" tx2="dk2" accent1="accent1" accent2="accent2" accent3="accent3" accent4="accent4" accent5="accent5" accent6="accent6" hlink="hlink" folHlink="folHlink"/>
  <p:sldLayoutIdLst>
    <p:sldLayoutId id="2147483757" r:id="rId1"/>
  </p:sldLayoutIdLst>
  <p:txStyles>
    <p:titleStyle>
      <a:lvl1pPr algn="ctr" defTabSz="4387850" rtl="0" eaLnBrk="0" fontAlgn="base" hangingPunct="0">
        <a:spcBef>
          <a:spcPct val="0"/>
        </a:spcBef>
        <a:spcAft>
          <a:spcPct val="0"/>
        </a:spcAft>
        <a:defRPr sz="8800" kern="1200">
          <a:solidFill>
            <a:schemeClr val="bg1"/>
          </a:solidFill>
          <a:latin typeface="Trebuchet MS" pitchFamily="34" charset="0"/>
          <a:ea typeface="ＭＳ Ｐゴシック" charset="-128"/>
          <a:cs typeface="ＭＳ Ｐゴシック" charset="-128"/>
        </a:defRPr>
      </a:lvl1pPr>
      <a:lvl2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2pPr>
      <a:lvl3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3pPr>
      <a:lvl4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4pPr>
      <a:lvl5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5pPr>
      <a:lvl6pPr marL="4572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6pPr>
      <a:lvl7pPr marL="9144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7pPr>
      <a:lvl8pPr marL="13716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8pPr>
      <a:lvl9pPr marL="18288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9pPr>
    </p:titleStyle>
    <p:bodyStyle>
      <a:lvl1pPr marL="1644650" indent="-1644650" algn="l" defTabSz="4387850" rtl="0" eaLnBrk="0" fontAlgn="base" hangingPunct="0">
        <a:spcBef>
          <a:spcPct val="20000"/>
        </a:spcBef>
        <a:spcAft>
          <a:spcPct val="0"/>
        </a:spcAft>
        <a:buFont typeface="Arial" charset="0"/>
        <a:buChar char="•"/>
        <a:defRPr sz="15400" kern="1200">
          <a:solidFill>
            <a:schemeClr val="tx1"/>
          </a:solidFill>
          <a:latin typeface="+mn-lt"/>
          <a:ea typeface="ＭＳ Ｐゴシック" charset="-128"/>
          <a:cs typeface="ＭＳ Ｐゴシック" charset="-128"/>
        </a:defRPr>
      </a:lvl1pPr>
      <a:lvl2pPr marL="3565525" indent="-1370013" algn="l" defTabSz="4387850" rtl="0" eaLnBrk="0" fontAlgn="base" hangingPunct="0">
        <a:spcBef>
          <a:spcPct val="20000"/>
        </a:spcBef>
        <a:spcAft>
          <a:spcPct val="0"/>
        </a:spcAft>
        <a:buFont typeface="Arial" charset="0"/>
        <a:buChar char="–"/>
        <a:defRPr sz="13500" kern="1200">
          <a:solidFill>
            <a:schemeClr val="tx1"/>
          </a:solidFill>
          <a:latin typeface="+mn-lt"/>
          <a:ea typeface="ＭＳ Ｐゴシック" charset="-128"/>
          <a:cs typeface="+mn-cs"/>
        </a:defRPr>
      </a:lvl2pPr>
      <a:lvl3pPr marL="5484813" indent="-1096963" algn="l" defTabSz="4387850" rtl="0" eaLnBrk="0" fontAlgn="base" hangingPunct="0">
        <a:spcBef>
          <a:spcPct val="20000"/>
        </a:spcBef>
        <a:spcAft>
          <a:spcPct val="0"/>
        </a:spcAft>
        <a:buFont typeface="Arial" charset="0"/>
        <a:buChar char="•"/>
        <a:defRPr sz="11600" kern="1200">
          <a:solidFill>
            <a:schemeClr val="tx1"/>
          </a:solidFill>
          <a:latin typeface="+mn-lt"/>
          <a:ea typeface="ＭＳ Ｐゴシック" charset="-128"/>
          <a:cs typeface="+mn-cs"/>
        </a:defRPr>
      </a:lvl3pPr>
      <a:lvl4pPr marL="7680325"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4pPr>
      <a:lvl5pPr marL="9874250"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Rectangle 33"/>
          <p:cNvSpPr>
            <a:spLocks noChangeArrowheads="1"/>
          </p:cNvSpPr>
          <p:nvPr/>
        </p:nvSpPr>
        <p:spPr bwMode="auto">
          <a:xfrm>
            <a:off x="685800" y="8007350"/>
            <a:ext cx="7543800"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5123" name="Rectangle 35"/>
          <p:cNvSpPr>
            <a:spLocks noChangeArrowheads="1"/>
          </p:cNvSpPr>
          <p:nvPr/>
        </p:nvSpPr>
        <p:spPr bwMode="auto">
          <a:xfrm>
            <a:off x="24688800" y="8007350"/>
            <a:ext cx="7543800"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5124" name="Rectangle 33"/>
          <p:cNvSpPr>
            <a:spLocks noChangeArrowheads="1"/>
          </p:cNvSpPr>
          <p:nvPr/>
        </p:nvSpPr>
        <p:spPr bwMode="auto">
          <a:xfrm>
            <a:off x="8715375" y="8007350"/>
            <a:ext cx="15430500"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cxnSp>
        <p:nvCxnSpPr>
          <p:cNvPr id="22" name="Straight Connector 21"/>
          <p:cNvCxnSpPr/>
          <p:nvPr userDrawn="1"/>
        </p:nvCxnSpPr>
        <p:spPr>
          <a:xfrm>
            <a:off x="685800" y="7315200"/>
            <a:ext cx="315468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39822438"/>
            <a:ext cx="315468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046A2C79-EB5F-B048-9484-9CAC8B0EC169}"/>
              </a:ext>
            </a:extLst>
          </p:cNvPr>
          <p:cNvSpPr>
            <a:spLocks noChangeArrowheads="1"/>
          </p:cNvSpPr>
          <p:nvPr userDrawn="1"/>
        </p:nvSpPr>
        <p:spPr bwMode="auto">
          <a:xfrm flipV="1">
            <a:off x="0" y="0"/>
            <a:ext cx="32918400" cy="659606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91436" tIns="45717" rIns="91436" bIns="45717" anchor="ctr"/>
          <a:lstStyle/>
          <a:p>
            <a:endParaRPr lang="en-US"/>
          </a:p>
        </p:txBody>
      </p:sp>
      <p:pic>
        <p:nvPicPr>
          <p:cNvPr id="10" name="Picture 9">
            <a:extLst>
              <a:ext uri="{FF2B5EF4-FFF2-40B4-BE49-F238E27FC236}">
                <a16:creationId xmlns:a16="http://schemas.microsoft.com/office/drawing/2014/main" id="{9962EBB0-BB35-F74F-95F9-86A1BCF18C1D}"/>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85800" y="795127"/>
            <a:ext cx="2477770" cy="3216484"/>
          </a:xfrm>
          <a:prstGeom prst="rect">
            <a:avLst/>
          </a:prstGeom>
        </p:spPr>
      </p:pic>
    </p:spTree>
  </p:cSld>
  <p:clrMap bg1="lt1" tx1="dk1" bg2="lt2" tx2="dk2" accent1="accent1" accent2="accent2" accent3="accent3" accent4="accent4" accent5="accent5" accent6="accent6" hlink="hlink" folHlink="folHlink"/>
  <p:sldLayoutIdLst>
    <p:sldLayoutId id="2147483755" r:id="rId1"/>
  </p:sldLayoutIdLst>
  <p:txStyles>
    <p:titleStyle>
      <a:lvl1pPr algn="ctr" defTabSz="4387850" rtl="0" eaLnBrk="0" fontAlgn="base" hangingPunct="0">
        <a:spcBef>
          <a:spcPct val="0"/>
        </a:spcBef>
        <a:spcAft>
          <a:spcPct val="0"/>
        </a:spcAft>
        <a:defRPr sz="8800" kern="1200">
          <a:solidFill>
            <a:schemeClr val="bg1"/>
          </a:solidFill>
          <a:latin typeface="Trebuchet MS" pitchFamily="34" charset="0"/>
          <a:ea typeface="ＭＳ Ｐゴシック" charset="-128"/>
          <a:cs typeface="ＭＳ Ｐゴシック" charset="-128"/>
        </a:defRPr>
      </a:lvl1pPr>
      <a:lvl2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2pPr>
      <a:lvl3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3pPr>
      <a:lvl4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4pPr>
      <a:lvl5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5pPr>
      <a:lvl6pPr marL="4572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6pPr>
      <a:lvl7pPr marL="9144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7pPr>
      <a:lvl8pPr marL="13716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8pPr>
      <a:lvl9pPr marL="18288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9pPr>
    </p:titleStyle>
    <p:bodyStyle>
      <a:lvl1pPr marL="1644650" indent="-1644650" algn="l" defTabSz="4387850" rtl="0" eaLnBrk="0" fontAlgn="base" hangingPunct="0">
        <a:spcBef>
          <a:spcPct val="20000"/>
        </a:spcBef>
        <a:spcAft>
          <a:spcPct val="0"/>
        </a:spcAft>
        <a:buFont typeface="Arial" charset="0"/>
        <a:buChar char="•"/>
        <a:defRPr sz="15400" kern="1200">
          <a:solidFill>
            <a:schemeClr val="tx1"/>
          </a:solidFill>
          <a:latin typeface="+mn-lt"/>
          <a:ea typeface="ＭＳ Ｐゴシック" charset="-128"/>
          <a:cs typeface="ＭＳ Ｐゴシック" charset="-128"/>
        </a:defRPr>
      </a:lvl1pPr>
      <a:lvl2pPr marL="3565525" indent="-1370013" algn="l" defTabSz="4387850" rtl="0" eaLnBrk="0" fontAlgn="base" hangingPunct="0">
        <a:spcBef>
          <a:spcPct val="20000"/>
        </a:spcBef>
        <a:spcAft>
          <a:spcPct val="0"/>
        </a:spcAft>
        <a:buFont typeface="Arial" charset="0"/>
        <a:buChar char="–"/>
        <a:defRPr sz="13500" kern="1200">
          <a:solidFill>
            <a:schemeClr val="tx1"/>
          </a:solidFill>
          <a:latin typeface="+mn-lt"/>
          <a:ea typeface="ＭＳ Ｐゴシック" charset="-128"/>
          <a:cs typeface="+mn-cs"/>
        </a:defRPr>
      </a:lvl2pPr>
      <a:lvl3pPr marL="5484813" indent="-1096963" algn="l" defTabSz="4387850" rtl="0" eaLnBrk="0" fontAlgn="base" hangingPunct="0">
        <a:spcBef>
          <a:spcPct val="20000"/>
        </a:spcBef>
        <a:spcAft>
          <a:spcPct val="0"/>
        </a:spcAft>
        <a:buFont typeface="Arial" charset="0"/>
        <a:buChar char="•"/>
        <a:defRPr sz="11600" kern="1200">
          <a:solidFill>
            <a:schemeClr val="tx1"/>
          </a:solidFill>
          <a:latin typeface="+mn-lt"/>
          <a:ea typeface="ＭＳ Ｐゴシック" charset="-128"/>
          <a:cs typeface="+mn-cs"/>
        </a:defRPr>
      </a:lvl3pPr>
      <a:lvl4pPr marL="7680325"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4pPr>
      <a:lvl5pPr marL="9874250"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170" name="Rectangle 33"/>
          <p:cNvSpPr>
            <a:spLocks noChangeArrowheads="1"/>
          </p:cNvSpPr>
          <p:nvPr/>
        </p:nvSpPr>
        <p:spPr bwMode="auto">
          <a:xfrm>
            <a:off x="8745538" y="7999413"/>
            <a:ext cx="23483887"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6147" name="Rectangle 33"/>
          <p:cNvSpPr>
            <a:spLocks noChangeArrowheads="1"/>
          </p:cNvSpPr>
          <p:nvPr userDrawn="1"/>
        </p:nvSpPr>
        <p:spPr bwMode="auto">
          <a:xfrm>
            <a:off x="685800" y="7999413"/>
            <a:ext cx="7543800" cy="31089600"/>
          </a:xfrm>
          <a:prstGeom prst="rect">
            <a:avLst/>
          </a:prstGeom>
          <a:solidFill>
            <a:schemeClr val="bg1">
              <a:lumMod val="95000"/>
            </a:schemeClr>
          </a:solidFill>
          <a:ln w="9525">
            <a:solidFill>
              <a:schemeClr val="tx2"/>
            </a:solidFill>
            <a:miter lim="800000"/>
            <a:headEnd/>
            <a:tailEnd/>
          </a:ln>
        </p:spPr>
        <p:txBody>
          <a:bodyPr wrap="none" lIns="91436" tIns="45717" rIns="91436" bIns="45717" anchor="ctr"/>
          <a:lstStyle/>
          <a:p>
            <a:pPr>
              <a:defRPr/>
            </a:pPr>
            <a:endParaRPr lang="en-US"/>
          </a:p>
        </p:txBody>
      </p:sp>
      <p:cxnSp>
        <p:nvCxnSpPr>
          <p:cNvPr id="21" name="Straight Connector 20"/>
          <p:cNvCxnSpPr/>
          <p:nvPr userDrawn="1"/>
        </p:nvCxnSpPr>
        <p:spPr>
          <a:xfrm>
            <a:off x="685800" y="7315200"/>
            <a:ext cx="315468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85800" y="39822438"/>
            <a:ext cx="315468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E7BE1506-68B1-B74D-9564-838841A60713}"/>
              </a:ext>
            </a:extLst>
          </p:cNvPr>
          <p:cNvSpPr>
            <a:spLocks noChangeArrowheads="1"/>
          </p:cNvSpPr>
          <p:nvPr userDrawn="1"/>
        </p:nvSpPr>
        <p:spPr bwMode="auto">
          <a:xfrm flipV="1">
            <a:off x="0" y="0"/>
            <a:ext cx="32918400" cy="659606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91436" tIns="45717" rIns="91436" bIns="45717" anchor="ctr"/>
          <a:lstStyle/>
          <a:p>
            <a:endParaRPr lang="en-US"/>
          </a:p>
        </p:txBody>
      </p:sp>
      <p:pic>
        <p:nvPicPr>
          <p:cNvPr id="9" name="Picture 8">
            <a:extLst>
              <a:ext uri="{FF2B5EF4-FFF2-40B4-BE49-F238E27FC236}">
                <a16:creationId xmlns:a16="http://schemas.microsoft.com/office/drawing/2014/main" id="{97FCA64A-87BF-8C48-936C-E1C3E86F8E46}"/>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85800" y="795127"/>
            <a:ext cx="2477770" cy="3216484"/>
          </a:xfrm>
          <a:prstGeom prst="rect">
            <a:avLst/>
          </a:prstGeom>
        </p:spPr>
      </p:pic>
    </p:spTree>
  </p:cSld>
  <p:clrMap bg1="lt1" tx1="dk1" bg2="lt2" tx2="dk2" accent1="accent1" accent2="accent2" accent3="accent3" accent4="accent4" accent5="accent5" accent6="accent6" hlink="hlink" folHlink="folHlink"/>
  <p:sldLayoutIdLst>
    <p:sldLayoutId id="2147483756" r:id="rId1"/>
  </p:sldLayoutIdLst>
  <p:txStyles>
    <p:titleStyle>
      <a:lvl1pPr algn="ctr" defTabSz="4387850" rtl="0" eaLnBrk="0" fontAlgn="base" hangingPunct="0">
        <a:spcBef>
          <a:spcPct val="0"/>
        </a:spcBef>
        <a:spcAft>
          <a:spcPct val="0"/>
        </a:spcAft>
        <a:defRPr sz="8800" kern="1200">
          <a:solidFill>
            <a:schemeClr val="bg1"/>
          </a:solidFill>
          <a:latin typeface="Trebuchet MS" pitchFamily="34" charset="0"/>
          <a:ea typeface="ＭＳ Ｐゴシック" charset="-128"/>
          <a:cs typeface="ＭＳ Ｐゴシック" charset="-128"/>
        </a:defRPr>
      </a:lvl1pPr>
      <a:lvl2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2pPr>
      <a:lvl3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3pPr>
      <a:lvl4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4pPr>
      <a:lvl5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5pPr>
      <a:lvl6pPr marL="4572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6pPr>
      <a:lvl7pPr marL="9144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7pPr>
      <a:lvl8pPr marL="13716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8pPr>
      <a:lvl9pPr marL="18288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9pPr>
    </p:titleStyle>
    <p:bodyStyle>
      <a:lvl1pPr marL="1644650" indent="-1644650" algn="l" defTabSz="4387850" rtl="0" eaLnBrk="0" fontAlgn="base" hangingPunct="0">
        <a:spcBef>
          <a:spcPct val="20000"/>
        </a:spcBef>
        <a:spcAft>
          <a:spcPct val="0"/>
        </a:spcAft>
        <a:buFont typeface="Arial" charset="0"/>
        <a:buChar char="•"/>
        <a:defRPr sz="15400" kern="1200">
          <a:solidFill>
            <a:schemeClr val="tx1"/>
          </a:solidFill>
          <a:latin typeface="+mn-lt"/>
          <a:ea typeface="ＭＳ Ｐゴシック" charset="-128"/>
          <a:cs typeface="ＭＳ Ｐゴシック" charset="-128"/>
        </a:defRPr>
      </a:lvl1pPr>
      <a:lvl2pPr marL="3565525" indent="-1370013" algn="l" defTabSz="4387850" rtl="0" eaLnBrk="0" fontAlgn="base" hangingPunct="0">
        <a:spcBef>
          <a:spcPct val="20000"/>
        </a:spcBef>
        <a:spcAft>
          <a:spcPct val="0"/>
        </a:spcAft>
        <a:buFont typeface="Arial" charset="0"/>
        <a:buChar char="–"/>
        <a:defRPr sz="13500" kern="1200">
          <a:solidFill>
            <a:schemeClr val="tx1"/>
          </a:solidFill>
          <a:latin typeface="+mn-lt"/>
          <a:ea typeface="ＭＳ Ｐゴシック" charset="-128"/>
          <a:cs typeface="+mn-cs"/>
        </a:defRPr>
      </a:lvl2pPr>
      <a:lvl3pPr marL="5484813" indent="-1096963" algn="l" defTabSz="4387850" rtl="0" eaLnBrk="0" fontAlgn="base" hangingPunct="0">
        <a:spcBef>
          <a:spcPct val="20000"/>
        </a:spcBef>
        <a:spcAft>
          <a:spcPct val="0"/>
        </a:spcAft>
        <a:buFont typeface="Arial" charset="0"/>
        <a:buChar char="•"/>
        <a:defRPr sz="11600" kern="1200">
          <a:solidFill>
            <a:schemeClr val="tx1"/>
          </a:solidFill>
          <a:latin typeface="+mn-lt"/>
          <a:ea typeface="ＭＳ Ｐゴシック" charset="-128"/>
          <a:cs typeface="+mn-cs"/>
        </a:defRPr>
      </a:lvl3pPr>
      <a:lvl4pPr marL="7680325"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4pPr>
      <a:lvl5pPr marL="9874250"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00.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customXml" Target="../ink/ink1.xml"/><Relationship Id="rId5" Type="http://schemas.openxmlformats.org/officeDocument/2006/relationships/image" Target="../media/image5.png"/><Relationship Id="rId15" Type="http://schemas.openxmlformats.org/officeDocument/2006/relationships/image" Target="../media/image13.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Picture Placeholder 44">
            <a:extLst>
              <a:ext uri="{FF2B5EF4-FFF2-40B4-BE49-F238E27FC236}">
                <a16:creationId xmlns:a16="http://schemas.microsoft.com/office/drawing/2014/main" id="{F225DAFC-85DE-3F72-7DA9-71978D37E942}"/>
              </a:ext>
            </a:extLst>
          </p:cNvPr>
          <p:cNvSpPr>
            <a:spLocks noGrp="1"/>
          </p:cNvSpPr>
          <p:nvPr>
            <p:ph type="pic" sz="quarter" idx="156"/>
          </p:nvPr>
        </p:nvSpPr>
        <p:spPr/>
      </p:sp>
      <p:sp>
        <p:nvSpPr>
          <p:cNvPr id="25" name="Text Placeholder 24">
            <a:extLst>
              <a:ext uri="{FF2B5EF4-FFF2-40B4-BE49-F238E27FC236}">
                <a16:creationId xmlns:a16="http://schemas.microsoft.com/office/drawing/2014/main" id="{9032035C-096F-52D2-CEC4-BD1954EC9723}"/>
              </a:ext>
            </a:extLst>
          </p:cNvPr>
          <p:cNvSpPr>
            <a:spLocks noGrp="1"/>
          </p:cNvSpPr>
          <p:nvPr>
            <p:ph type="body" sz="quarter" idx="10"/>
          </p:nvPr>
        </p:nvSpPr>
        <p:spPr>
          <a:xfrm>
            <a:off x="711925" y="9018867"/>
            <a:ext cx="7542610" cy="8673121"/>
          </a:xfrm>
        </p:spPr>
        <p:txBody>
          <a:bodyPr/>
          <a:lstStyle/>
          <a:p>
            <a:pPr marL="0" indent="457200" algn="just"/>
            <a:r>
              <a:rPr lang="en-US" sz="2300" dirty="0"/>
              <a:t>Two-frequency heating of ECR ion sources has been shown to produce 2-5 times more high-charge state ions versus single frequency heating, while also enhancing plasma stability and shifting the charge state distribution to higher charge state ions [1]. While the classical model predicts that plasma density, and thus, beam current, scales with the square of the heating frequency, two-frequency RF heating may alter this relationship.</a:t>
            </a:r>
            <a:r>
              <a:rPr lang="en-US" sz="2300" b="0" i="0" kern="1200" dirty="0">
                <a:solidFill>
                  <a:srgbClr val="00313C"/>
                </a:solidFill>
                <a:effectLst/>
                <a:latin typeface="+mn-lt"/>
                <a:ea typeface="ＭＳ Ｐゴシック" charset="-128"/>
                <a:cs typeface="ＭＳ Ｐゴシック" charset="-128"/>
              </a:rPr>
              <a:t> Additionally, higher RF power and frequencies generate a greater population of energetic electrons, which drive bremsstrahlung emission and impose a significant thermal load on the 4 K liquid helium cryostat. </a:t>
            </a:r>
            <a:endParaRPr lang="en-US" sz="2300" dirty="0"/>
          </a:p>
          <a:p>
            <a:pPr marL="0" indent="457200" algn="just"/>
            <a:r>
              <a:rPr lang="en-US" sz="2300" dirty="0"/>
              <a:t>In this experiment, we explore the effects of 18 GHz klystron and 28 GHz gyrotron heating at the 3</a:t>
            </a:r>
            <a:r>
              <a:rPr lang="en-US" sz="2300" baseline="30000" dirty="0"/>
              <a:t>rd</a:t>
            </a:r>
            <a:r>
              <a:rPr lang="en-US" sz="2300" dirty="0"/>
              <a:t>-generation superconducting (SC) VENUS ECR ion source</a:t>
            </a:r>
            <a:r>
              <a:rPr lang="en-US" sz="2300" baseline="0" dirty="0"/>
              <a:t> to determine </a:t>
            </a:r>
            <a:r>
              <a:rPr lang="en-US" sz="2300" b="0" i="0" kern="1200" dirty="0">
                <a:solidFill>
                  <a:srgbClr val="00313C"/>
                </a:solidFill>
                <a:effectLst/>
                <a:latin typeface="+mn-lt"/>
                <a:ea typeface="ＭＳ Ｐゴシック" charset="-128"/>
                <a:cs typeface="ＭＳ Ｐゴシック" charset="-128"/>
              </a:rPr>
              <a:t>whether an optimal power ratio exists to maximize beam intensity.</a:t>
            </a:r>
            <a:r>
              <a:rPr lang="en-US" sz="2300" b="0" i="0" kern="1200" baseline="0" dirty="0">
                <a:solidFill>
                  <a:srgbClr val="00313C"/>
                </a:solidFill>
                <a:effectLst/>
                <a:latin typeface="+mn-lt"/>
                <a:ea typeface="ＭＳ Ｐゴシック" charset="-128"/>
                <a:cs typeface="ＭＳ Ｐゴシック" charset="-128"/>
              </a:rPr>
              <a:t> We also </a:t>
            </a:r>
            <a:r>
              <a:rPr lang="en-US" sz="2300" baseline="0" dirty="0"/>
              <a:t>analyze </a:t>
            </a:r>
            <a:r>
              <a:rPr lang="en-US" sz="2300" b="0" i="0" kern="1200" dirty="0">
                <a:solidFill>
                  <a:srgbClr val="00313C"/>
                </a:solidFill>
                <a:effectLst/>
                <a:latin typeface="+mn-lt"/>
                <a:ea typeface="ＭＳ Ｐゴシック" charset="-128"/>
                <a:cs typeface="ＭＳ Ｐゴシック" charset="-128"/>
              </a:rPr>
              <a:t>non-invasive axial bremsstrahlung spectra to ascribe spectral temperatures to the hot electron population under varying power levels and ratios. This information</a:t>
            </a:r>
            <a:r>
              <a:rPr lang="en-US" sz="2300" b="0" i="0" kern="1200" baseline="0" dirty="0">
                <a:solidFill>
                  <a:srgbClr val="00313C"/>
                </a:solidFill>
                <a:effectLst/>
                <a:latin typeface="+mn-lt"/>
                <a:ea typeface="ＭＳ Ｐゴシック" charset="-128"/>
                <a:cs typeface="ＭＳ Ｐゴシック" charset="-128"/>
              </a:rPr>
              <a:t> will inform </a:t>
            </a:r>
            <a:r>
              <a:rPr lang="en-US" sz="2300" dirty="0"/>
              <a:t>RF tuning strategies </a:t>
            </a:r>
            <a:r>
              <a:rPr lang="en-US" sz="2300" b="0" i="0" kern="1200" baseline="0" dirty="0">
                <a:solidFill>
                  <a:srgbClr val="00313C"/>
                </a:solidFill>
                <a:effectLst/>
                <a:latin typeface="+mn-lt"/>
                <a:ea typeface="ＭＳ Ｐゴシック" charset="-128"/>
                <a:cs typeface="ＭＳ Ｐゴシック" charset="-128"/>
              </a:rPr>
              <a:t>and cryostat design of the upcoming</a:t>
            </a:r>
            <a:r>
              <a:rPr lang="en-US" sz="2300" b="0" i="0" kern="1200" dirty="0">
                <a:solidFill>
                  <a:srgbClr val="00313C"/>
                </a:solidFill>
                <a:effectLst/>
                <a:latin typeface="+mn-lt"/>
                <a:ea typeface="ＭＳ Ｐゴシック" charset="-128"/>
                <a:cs typeface="ＭＳ Ｐゴシック" charset="-128"/>
              </a:rPr>
              <a:t> </a:t>
            </a:r>
            <a:r>
              <a:rPr lang="en-US" sz="2300" b="0" i="0" kern="1200" baseline="0" dirty="0">
                <a:solidFill>
                  <a:srgbClr val="00313C"/>
                </a:solidFill>
                <a:effectLst/>
                <a:latin typeface="+mn-lt"/>
                <a:ea typeface="ＭＳ Ｐゴシック" charset="-128"/>
                <a:cs typeface="ＭＳ Ｐゴシック" charset="-128"/>
              </a:rPr>
              <a:t>4</a:t>
            </a:r>
            <a:r>
              <a:rPr lang="en-US" sz="2300" b="0" i="0" kern="1200" baseline="30000" dirty="0">
                <a:solidFill>
                  <a:srgbClr val="00313C"/>
                </a:solidFill>
                <a:effectLst/>
                <a:latin typeface="+mn-lt"/>
                <a:ea typeface="ＭＳ Ｐゴシック" charset="-128"/>
                <a:cs typeface="ＭＳ Ｐゴシック" charset="-128"/>
              </a:rPr>
              <a:t>th</a:t>
            </a:r>
            <a:r>
              <a:rPr lang="en-US" sz="2300" b="0" i="0" kern="1200" baseline="0" dirty="0">
                <a:solidFill>
                  <a:srgbClr val="00313C"/>
                </a:solidFill>
                <a:effectLst/>
                <a:latin typeface="+mn-lt"/>
                <a:ea typeface="ＭＳ Ｐゴシック" charset="-128"/>
                <a:cs typeface="ＭＳ Ｐゴシック" charset="-128"/>
              </a:rPr>
              <a:t>-generation MARS-D ECR ion source. </a:t>
            </a:r>
            <a:endParaRPr lang="en-US" sz="2300" b="0" i="0" kern="1200" dirty="0">
              <a:solidFill>
                <a:srgbClr val="00313C"/>
              </a:solidFill>
              <a:effectLst/>
              <a:latin typeface="+mn-lt"/>
              <a:ea typeface="ＭＳ Ｐゴシック" charset="-128"/>
              <a:cs typeface="ＭＳ Ｐゴシック" charset="-128"/>
            </a:endParaRPr>
          </a:p>
        </p:txBody>
      </p:sp>
      <p:sp>
        <p:nvSpPr>
          <p:cNvPr id="26" name="Text Placeholder 25">
            <a:extLst>
              <a:ext uri="{FF2B5EF4-FFF2-40B4-BE49-F238E27FC236}">
                <a16:creationId xmlns:a16="http://schemas.microsoft.com/office/drawing/2014/main" id="{084F0156-798D-BBE4-3584-9F91B1D39E57}"/>
              </a:ext>
            </a:extLst>
          </p:cNvPr>
          <p:cNvSpPr>
            <a:spLocks noGrp="1"/>
          </p:cNvSpPr>
          <p:nvPr>
            <p:ph type="body" sz="quarter" idx="11"/>
          </p:nvPr>
        </p:nvSpPr>
        <p:spPr/>
        <p:txBody>
          <a:bodyPr/>
          <a:lstStyle/>
          <a:p>
            <a:r>
              <a:rPr lang="en-US" dirty="0"/>
              <a:t>Introduction</a:t>
            </a:r>
          </a:p>
        </p:txBody>
      </p:sp>
      <p:sp>
        <p:nvSpPr>
          <p:cNvPr id="27" name="Text Placeholder 26">
            <a:extLst>
              <a:ext uri="{FF2B5EF4-FFF2-40B4-BE49-F238E27FC236}">
                <a16:creationId xmlns:a16="http://schemas.microsoft.com/office/drawing/2014/main" id="{25F251CC-A0E6-8FA5-7B36-D88D5BD15FB0}"/>
              </a:ext>
            </a:extLst>
          </p:cNvPr>
          <p:cNvSpPr>
            <a:spLocks noGrp="1"/>
          </p:cNvSpPr>
          <p:nvPr>
            <p:ph type="body" sz="quarter" idx="19"/>
          </p:nvPr>
        </p:nvSpPr>
        <p:spPr>
          <a:xfrm>
            <a:off x="717874" y="18572426"/>
            <a:ext cx="7543800" cy="21485860"/>
          </a:xfrm>
        </p:spPr>
        <p:txBody>
          <a:bodyPr/>
          <a:lstStyle/>
          <a:p>
            <a:pPr marL="0" indent="457200" algn="just"/>
            <a:r>
              <a:rPr lang="en-US" sz="2300" dirty="0"/>
              <a:t>Axial x-rays emitted from the plasma travel through the 10 mm diameter extraction aperture and two collimators to be measured by the XR-100-CdTe detector (Figure 1) and Amptek ADMCA software. The collimators (one solid Cu and one 95% W/5% Cu) are necessary to reduce the detector’s dead time and ensure that only x-rays coming from within the 10 mm extraction aperture are detected.</a:t>
            </a:r>
          </a:p>
          <a:p>
            <a:pPr marL="0" indent="457200" algn="just"/>
            <a:r>
              <a:rPr lang="en-US" sz="2300" dirty="0"/>
              <a:t>A custom alignment fixture (Figure 2) was modelled and designed to have the collimator apertures centered in the horizontal and vertical midplane of the beampipe, with the spacing between them giving an 8.4 mm square field of view at the extraction. The fixture secures both collimators in place relative to each other while allowing for fine tuning in all six degrees of freedom.</a:t>
            </a:r>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0" algn="ctr"/>
            <a:r>
              <a:rPr lang="en-US" sz="2300" dirty="0"/>
              <a:t>Figure 3: Axial magnetic field.</a:t>
            </a:r>
          </a:p>
          <a:p>
            <a:pPr marL="0" indent="457200" algn="just"/>
            <a:r>
              <a:rPr lang="en-US" sz="2300" dirty="0"/>
              <a:t>For every run, VENUS was tuned primarily with the bias disk and injection pressure to optimize stability and production of O6+ on the faraday cup after the analyzing magnet (BATMAN). The magnetic fields were held constant for the entire data collection (Figure 3). X-ray data was collected for 10 minutes at each power level (a combination of either 18 GHz klystron, 28 GHz gyrotron, or both) at various total power, and then a charge state distribution (CSD) was taken by sweeping BATMAN and recording the beam current (Figure 4). </a:t>
            </a:r>
          </a:p>
          <a:p>
            <a:pPr marL="0" indent="457200" algn="just"/>
            <a:r>
              <a:rPr lang="en-US" sz="2300" dirty="0"/>
              <a:t>VENUS is capable of producing milliamps of beam; however, it was intentionally run at lower performance so as not to cause any damage.</a:t>
            </a:r>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457200" algn="just"/>
            <a:endParaRPr lang="en-US" sz="2300" dirty="0"/>
          </a:p>
          <a:p>
            <a:pPr marL="0" indent="0" algn="ctr"/>
            <a:r>
              <a:rPr lang="en-US" sz="2300" dirty="0"/>
              <a:t>Figure 4: CSD taken with 3596 W total power.</a:t>
            </a:r>
          </a:p>
          <a:p>
            <a:pPr marL="341313" indent="-341313" algn="just"/>
            <a:endParaRPr lang="en-US" sz="2300" dirty="0"/>
          </a:p>
        </p:txBody>
      </p:sp>
      <p:sp>
        <p:nvSpPr>
          <p:cNvPr id="28" name="Text Placeholder 27">
            <a:extLst>
              <a:ext uri="{FF2B5EF4-FFF2-40B4-BE49-F238E27FC236}">
                <a16:creationId xmlns:a16="http://schemas.microsoft.com/office/drawing/2014/main" id="{E3499017-96DA-AA54-C9F0-B09F086987FA}"/>
              </a:ext>
            </a:extLst>
          </p:cNvPr>
          <p:cNvSpPr>
            <a:spLocks noGrp="1"/>
          </p:cNvSpPr>
          <p:nvPr>
            <p:ph type="body" sz="quarter" idx="20"/>
          </p:nvPr>
        </p:nvSpPr>
        <p:spPr>
          <a:xfrm>
            <a:off x="711925" y="17605700"/>
            <a:ext cx="7537847" cy="938719"/>
          </a:xfrm>
        </p:spPr>
        <p:txBody>
          <a:bodyPr/>
          <a:lstStyle/>
          <a:p>
            <a:r>
              <a:rPr lang="en-US" dirty="0"/>
              <a:t>Methodology</a:t>
            </a:r>
          </a:p>
        </p:txBody>
      </p:sp>
      <p:sp>
        <p:nvSpPr>
          <p:cNvPr id="29" name="Text Placeholder 28">
            <a:extLst>
              <a:ext uri="{FF2B5EF4-FFF2-40B4-BE49-F238E27FC236}">
                <a16:creationId xmlns:a16="http://schemas.microsoft.com/office/drawing/2014/main" id="{C5BFFF26-1DE9-5B74-4EA5-67356CCCE988}"/>
              </a:ext>
            </a:extLst>
          </p:cNvPr>
          <p:cNvSpPr>
            <a:spLocks noGrp="1"/>
          </p:cNvSpPr>
          <p:nvPr>
            <p:ph type="body" sz="quarter" idx="21"/>
          </p:nvPr>
        </p:nvSpPr>
        <p:spPr>
          <a:xfrm>
            <a:off x="8730592" y="14894747"/>
            <a:ext cx="15426927" cy="830975"/>
          </a:xfrm>
        </p:spPr>
        <p:txBody>
          <a:bodyPr/>
          <a:lstStyle/>
          <a:p>
            <a:pPr algn="ctr"/>
            <a:r>
              <a:rPr lang="en-US" dirty="0"/>
              <a:t>Figure 1: Schematic of the XR-100 </a:t>
            </a:r>
            <a:r>
              <a:rPr lang="en-US" dirty="0" err="1"/>
              <a:t>CdTe</a:t>
            </a:r>
            <a:r>
              <a:rPr lang="en-US" dirty="0"/>
              <a:t> detector at the VENUS ion source. All units in mm. [3]</a:t>
            </a:r>
          </a:p>
        </p:txBody>
      </p:sp>
      <p:sp>
        <p:nvSpPr>
          <p:cNvPr id="30" name="Text Placeholder 29">
            <a:extLst>
              <a:ext uri="{FF2B5EF4-FFF2-40B4-BE49-F238E27FC236}">
                <a16:creationId xmlns:a16="http://schemas.microsoft.com/office/drawing/2014/main" id="{7802BBBC-B102-C519-02C7-77F5469CC04D}"/>
              </a:ext>
            </a:extLst>
          </p:cNvPr>
          <p:cNvSpPr>
            <a:spLocks noGrp="1"/>
          </p:cNvSpPr>
          <p:nvPr>
            <p:ph type="body" sz="quarter" idx="22"/>
          </p:nvPr>
        </p:nvSpPr>
        <p:spPr>
          <a:xfrm>
            <a:off x="8713657" y="8009721"/>
            <a:ext cx="15426927" cy="938719"/>
          </a:xfrm>
        </p:spPr>
        <p:txBody>
          <a:bodyPr/>
          <a:lstStyle/>
          <a:p>
            <a:r>
              <a:rPr lang="en-US" dirty="0"/>
              <a:t>Experimental Setup</a:t>
            </a:r>
          </a:p>
        </p:txBody>
      </p:sp>
      <mc:AlternateContent xmlns:mc="http://schemas.openxmlformats.org/markup-compatibility/2006">
        <mc:Choice xmlns:a14="http://schemas.microsoft.com/office/drawing/2010/main" Requires="a14">
          <p:sp>
            <p:nvSpPr>
              <p:cNvPr id="31" name="Text Placeholder 30">
                <a:extLst>
                  <a:ext uri="{FF2B5EF4-FFF2-40B4-BE49-F238E27FC236}">
                    <a16:creationId xmlns:a16="http://schemas.microsoft.com/office/drawing/2014/main" id="{BB159260-6FEC-6715-6BA7-F1659E2BF196}"/>
                  </a:ext>
                </a:extLst>
              </p:cNvPr>
              <p:cNvSpPr>
                <a:spLocks noGrp="1"/>
              </p:cNvSpPr>
              <p:nvPr>
                <p:ph type="body" sz="quarter" idx="23"/>
              </p:nvPr>
            </p:nvSpPr>
            <p:spPr>
              <a:xfrm>
                <a:off x="9198694" y="28144785"/>
                <a:ext cx="7228424" cy="5674416"/>
              </a:xfrm>
            </p:spPr>
            <p:txBody>
              <a:bodyPr/>
              <a:lstStyle/>
              <a:p>
                <a:pPr marL="0" indent="12700" algn="just"/>
                <a:r>
                  <a:rPr lang="en-US" sz="2300" dirty="0"/>
                  <a:t>Figure 5: Total oxygen beam current versus 28 GHz to 18 GHz power ratio, as a function of total power. It appears that there is no optimal power ratio that produces more intense beams at any of the charge states. O6+ beams are the largest since VENUS is optimized there.</a:t>
                </a:r>
              </a:p>
              <a:p>
                <a:pPr marL="0" indent="12700" algn="just"/>
                <a:endParaRPr lang="en-US" sz="2000" dirty="0"/>
              </a:p>
              <a:p>
                <a:pPr marL="0" indent="12700" algn="just"/>
                <a14:m>
                  <m:oMathPara xmlns:m="http://schemas.openxmlformats.org/officeDocument/2006/math">
                    <m:oMath>
                      <m:sSub>
                        <m:sSubPr>
                          <m:ctrlPr>
                            <a:rPr lang="en-US" sz="2300" i="1">
                              <a:latin typeface="Cambria Math" panose="02040503050406030204" pitchFamily="18" charset="0"/>
                            </a:rPr>
                          </m:ctrlPr>
                        </m:sSubPr>
                        <m:e>
                          <m:r>
                            <a:rPr lang="en-US" sz="2300" i="1">
                              <a:latin typeface="Cambria Math" panose="02040503050406030204" pitchFamily="18" charset="0"/>
                            </a:rPr>
                            <m:t>𝑛</m:t>
                          </m:r>
                        </m:e>
                        <m:sub>
                          <m:r>
                            <a:rPr lang="en-US" sz="2300" i="1">
                              <a:latin typeface="Cambria Math" panose="02040503050406030204" pitchFamily="18" charset="0"/>
                            </a:rPr>
                            <m:t>𝑒</m:t>
                          </m:r>
                        </m:sub>
                      </m:sSub>
                      <m:r>
                        <a:rPr lang="en-US" sz="2300" i="1">
                          <a:latin typeface="Cambria Math" panose="02040503050406030204" pitchFamily="18" charset="0"/>
                        </a:rPr>
                        <m:t>=</m:t>
                      </m:r>
                      <m:f>
                        <m:fPr>
                          <m:ctrlPr>
                            <a:rPr lang="en-US" sz="2300" i="1">
                              <a:latin typeface="Cambria Math" panose="02040503050406030204" pitchFamily="18" charset="0"/>
                            </a:rPr>
                          </m:ctrlPr>
                        </m:fPr>
                        <m:num>
                          <m:sSubSup>
                            <m:sSubSupPr>
                              <m:ctrlPr>
                                <a:rPr lang="en-US" sz="2300" i="1">
                                  <a:latin typeface="Cambria Math" panose="02040503050406030204" pitchFamily="18" charset="0"/>
                                </a:rPr>
                              </m:ctrlPr>
                            </m:sSubSupPr>
                            <m:e>
                              <m:r>
                                <a:rPr lang="en-US" sz="2300" i="1">
                                  <a:latin typeface="Cambria Math" panose="02040503050406030204" pitchFamily="18" charset="0"/>
                                </a:rPr>
                                <m:t>𝜔</m:t>
                              </m:r>
                            </m:e>
                            <m:sub>
                              <m:r>
                                <a:rPr lang="en-US" sz="2300" i="1">
                                  <a:latin typeface="Cambria Math" panose="02040503050406030204" pitchFamily="18" charset="0"/>
                                </a:rPr>
                                <m:t>𝑝</m:t>
                              </m:r>
                            </m:sub>
                            <m:sup>
                              <m:r>
                                <a:rPr lang="en-US" sz="2300" i="1">
                                  <a:latin typeface="Cambria Math" panose="02040503050406030204" pitchFamily="18" charset="0"/>
                                </a:rPr>
                                <m:t>2</m:t>
                              </m:r>
                            </m:sup>
                          </m:sSubSup>
                          <m:sSub>
                            <m:sSubPr>
                              <m:ctrlPr>
                                <a:rPr lang="en-US" sz="2300" i="1">
                                  <a:latin typeface="Cambria Math" panose="02040503050406030204" pitchFamily="18" charset="0"/>
                                </a:rPr>
                              </m:ctrlPr>
                            </m:sSubPr>
                            <m:e>
                              <m:r>
                                <a:rPr lang="en-US" sz="2300" i="1">
                                  <a:latin typeface="Cambria Math" panose="02040503050406030204" pitchFamily="18" charset="0"/>
                                </a:rPr>
                                <m:t>𝜖</m:t>
                              </m:r>
                            </m:e>
                            <m:sub>
                              <m:r>
                                <a:rPr lang="en-US" sz="2300" i="1">
                                  <a:latin typeface="Cambria Math" panose="02040503050406030204" pitchFamily="18" charset="0"/>
                                </a:rPr>
                                <m:t>0</m:t>
                              </m:r>
                            </m:sub>
                          </m:sSub>
                          <m:r>
                            <a:rPr lang="en-US" sz="2300" i="1">
                              <a:latin typeface="Cambria Math" panose="02040503050406030204" pitchFamily="18" charset="0"/>
                            </a:rPr>
                            <m:t>𝑚</m:t>
                          </m:r>
                        </m:num>
                        <m:den>
                          <m:sSup>
                            <m:sSupPr>
                              <m:ctrlPr>
                                <a:rPr lang="en-US" sz="2300" i="1">
                                  <a:latin typeface="Cambria Math" panose="02040503050406030204" pitchFamily="18" charset="0"/>
                                </a:rPr>
                              </m:ctrlPr>
                            </m:sSupPr>
                            <m:e>
                              <m:r>
                                <a:rPr lang="en-US" sz="2300" i="1">
                                  <a:latin typeface="Cambria Math" panose="02040503050406030204" pitchFamily="18" charset="0"/>
                                </a:rPr>
                                <m:t>𝑒</m:t>
                              </m:r>
                            </m:e>
                            <m:sup>
                              <m:r>
                                <a:rPr lang="en-US" sz="2300" i="1">
                                  <a:latin typeface="Cambria Math" panose="02040503050406030204" pitchFamily="18" charset="0"/>
                                </a:rPr>
                                <m:t>2</m:t>
                              </m:r>
                            </m:sup>
                          </m:sSup>
                        </m:den>
                      </m:f>
                    </m:oMath>
                  </m:oMathPara>
                </a14:m>
                <a:endParaRPr lang="en-US" sz="2300" dirty="0"/>
              </a:p>
              <a:p>
                <a:pPr marL="0" indent="12700" algn="just"/>
                <a:endParaRPr lang="en-US" sz="2000" dirty="0"/>
              </a:p>
              <a:p>
                <a:pPr marL="0" indent="12700" algn="just"/>
                <a:r>
                  <a:rPr lang="en-US" sz="2300" dirty="0"/>
                  <a:t>Given that plasma density (n</a:t>
                </a:r>
                <a:r>
                  <a:rPr lang="en-US" sz="2300" baseline="-25000" dirty="0"/>
                  <a:t>0</a:t>
                </a:r>
                <a:r>
                  <a:rPr lang="en-US" sz="2300" dirty="0"/>
                  <a:t>) is proportional to the square of the heating frequency (</a:t>
                </a:r>
                <a:r>
                  <a:rPr lang="el-GR" sz="2300" dirty="0"/>
                  <a:t>ω</a:t>
                </a:r>
                <a:r>
                  <a:rPr lang="en-US" sz="2300" baseline="-25000" dirty="0"/>
                  <a:t>p</a:t>
                </a:r>
                <a:r>
                  <a:rPr lang="en-US" sz="2300" dirty="0"/>
                  <a:t>), it is interesting that this does not hold for two-frequency heating.</a:t>
                </a:r>
              </a:p>
              <a:p>
                <a:pPr marL="0" indent="12700" algn="just"/>
                <a:endParaRPr lang="en-US" dirty="0"/>
              </a:p>
            </p:txBody>
          </p:sp>
        </mc:Choice>
        <mc:Fallback>
          <p:sp>
            <p:nvSpPr>
              <p:cNvPr id="31" name="Text Placeholder 30">
                <a:extLst>
                  <a:ext uri="{FF2B5EF4-FFF2-40B4-BE49-F238E27FC236}">
                    <a16:creationId xmlns:a16="http://schemas.microsoft.com/office/drawing/2014/main" id="{BB159260-6FEC-6715-6BA7-F1659E2BF196}"/>
                  </a:ext>
                </a:extLst>
              </p:cNvPr>
              <p:cNvSpPr>
                <a:spLocks noGrp="1" noRot="1" noChangeAspect="1" noMove="1" noResize="1" noEditPoints="1" noAdjustHandles="1" noChangeArrowheads="1" noChangeShapeType="1" noTextEdit="1"/>
              </p:cNvSpPr>
              <p:nvPr>
                <p:ph type="body" sz="quarter" idx="23"/>
              </p:nvPr>
            </p:nvSpPr>
            <p:spPr>
              <a:xfrm>
                <a:off x="9198694" y="28144785"/>
                <a:ext cx="7228424" cy="5674416"/>
              </a:xfrm>
              <a:blipFill>
                <a:blip r:embed="rId3"/>
                <a:stretch>
                  <a:fillRect/>
                </a:stretch>
              </a:blipFill>
            </p:spPr>
            <p:txBody>
              <a:bodyPr/>
              <a:lstStyle/>
              <a:p>
                <a:r>
                  <a:rPr lang="en-US">
                    <a:noFill/>
                  </a:rPr>
                  <a:t> </a:t>
                </a:r>
              </a:p>
            </p:txBody>
          </p:sp>
        </mc:Fallback>
      </mc:AlternateContent>
      <p:sp>
        <p:nvSpPr>
          <p:cNvPr id="32" name="Text Placeholder 31">
            <a:extLst>
              <a:ext uri="{FF2B5EF4-FFF2-40B4-BE49-F238E27FC236}">
                <a16:creationId xmlns:a16="http://schemas.microsoft.com/office/drawing/2014/main" id="{3EAB3735-F23D-58BA-DB78-50D5F1FE3C72}"/>
              </a:ext>
            </a:extLst>
          </p:cNvPr>
          <p:cNvSpPr>
            <a:spLocks noGrp="1"/>
          </p:cNvSpPr>
          <p:nvPr>
            <p:ph type="body" sz="quarter" idx="24"/>
          </p:nvPr>
        </p:nvSpPr>
        <p:spPr>
          <a:xfrm>
            <a:off x="8730591" y="18992028"/>
            <a:ext cx="15426928" cy="938219"/>
          </a:xfrm>
        </p:spPr>
        <p:txBody>
          <a:bodyPr/>
          <a:lstStyle/>
          <a:p>
            <a:r>
              <a:rPr lang="en-US" dirty="0"/>
              <a:t>CSD Analysis</a:t>
            </a:r>
          </a:p>
        </p:txBody>
      </p:sp>
      <p:sp>
        <p:nvSpPr>
          <p:cNvPr id="33" name="Text Placeholder 32">
            <a:extLst>
              <a:ext uri="{FF2B5EF4-FFF2-40B4-BE49-F238E27FC236}">
                <a16:creationId xmlns:a16="http://schemas.microsoft.com/office/drawing/2014/main" id="{83538151-CD10-CEA8-999E-A15D84210026}"/>
              </a:ext>
            </a:extLst>
          </p:cNvPr>
          <p:cNvSpPr>
            <a:spLocks noGrp="1"/>
          </p:cNvSpPr>
          <p:nvPr>
            <p:ph type="body" sz="quarter" idx="25"/>
          </p:nvPr>
        </p:nvSpPr>
        <p:spPr>
          <a:xfrm>
            <a:off x="8745733" y="33374605"/>
            <a:ext cx="15426927" cy="938719"/>
          </a:xfrm>
        </p:spPr>
        <p:txBody>
          <a:bodyPr/>
          <a:lstStyle/>
          <a:p>
            <a:r>
              <a:rPr lang="en-US" dirty="0"/>
              <a:t>Conclusion</a:t>
            </a:r>
          </a:p>
        </p:txBody>
      </p:sp>
      <p:sp>
        <p:nvSpPr>
          <p:cNvPr id="34" name="Text Placeholder 33">
            <a:extLst>
              <a:ext uri="{FF2B5EF4-FFF2-40B4-BE49-F238E27FC236}">
                <a16:creationId xmlns:a16="http://schemas.microsoft.com/office/drawing/2014/main" id="{12C41720-A1C8-1795-3363-5AEB46900582}"/>
              </a:ext>
            </a:extLst>
          </p:cNvPr>
          <p:cNvSpPr>
            <a:spLocks noGrp="1"/>
          </p:cNvSpPr>
          <p:nvPr>
            <p:ph type="body" sz="quarter" idx="26"/>
          </p:nvPr>
        </p:nvSpPr>
        <p:spPr>
          <a:xfrm>
            <a:off x="8745733" y="34218700"/>
            <a:ext cx="15394849" cy="4921325"/>
          </a:xfrm>
        </p:spPr>
        <p:txBody>
          <a:bodyPr/>
          <a:lstStyle/>
          <a:p>
            <a:pPr marL="0" indent="457200" algn="just"/>
            <a:r>
              <a:rPr lang="en-US" sz="2300" dirty="0"/>
              <a:t>At a fixed magnetic field configuration, the oxygen beam current intensity does not depend on the ratio of 28 to 18 GHz power, but the charge state distribution shifts to favor higher charge states with increased total power. </a:t>
            </a:r>
          </a:p>
          <a:p>
            <a:pPr marL="0" indent="457200" algn="just"/>
            <a:r>
              <a:rPr lang="en-US" sz="2300" dirty="0"/>
              <a:t>Other measurements confirmed previous work. The spectral temperature remained constant for all the runs, around 70-80 keV. This was expected given Benitez et. al [3] finding that the spectral temperature only depends on the </a:t>
            </a:r>
            <a:r>
              <a:rPr lang="en-US" sz="2300" dirty="0" err="1"/>
              <a:t>B</a:t>
            </a:r>
            <a:r>
              <a:rPr lang="en-US" sz="2300" baseline="-25000" dirty="0" err="1"/>
              <a:t>min</a:t>
            </a:r>
            <a:r>
              <a:rPr lang="en-US" sz="2300" dirty="0"/>
              <a:t>, which here was fixed at 0.36 T.</a:t>
            </a:r>
          </a:p>
          <a:p>
            <a:pPr marL="0" indent="457200" algn="just"/>
            <a:r>
              <a:rPr lang="en-US" sz="2300" dirty="0"/>
              <a:t>In single-frequency operation, the total beam current increased then saturated with power, for both 18 and 28 GHz. Kitagawa et. al [4] showed that beam current increased with two frequency heating versus single-frequency heating, which we found as well; however, the ratio of heating frequencies does not matter, it is the total power that is important</a:t>
            </a:r>
          </a:p>
          <a:p>
            <a:pPr marL="0" indent="457200" algn="just"/>
            <a:r>
              <a:rPr lang="en-US" sz="2300" dirty="0"/>
              <a:t>Vondrasek et. al found that a combination of 14 GHz klystron and 11-13 GHz tunable traveling wave tube amplifier (TWTA) increased stability and shifted to higher charge states. We were able to extend their results to a much higher total power (almost 7000 W versus their 500 W).</a:t>
            </a:r>
          </a:p>
        </p:txBody>
      </p:sp>
      <p:sp>
        <p:nvSpPr>
          <p:cNvPr id="35" name="Text Placeholder 34">
            <a:extLst>
              <a:ext uri="{FF2B5EF4-FFF2-40B4-BE49-F238E27FC236}">
                <a16:creationId xmlns:a16="http://schemas.microsoft.com/office/drawing/2014/main" id="{8A156A2B-093E-6F2E-1026-C63BE5277B54}"/>
              </a:ext>
            </a:extLst>
          </p:cNvPr>
          <p:cNvSpPr>
            <a:spLocks noGrp="1"/>
          </p:cNvSpPr>
          <p:nvPr>
            <p:ph type="body" sz="quarter" idx="27"/>
          </p:nvPr>
        </p:nvSpPr>
        <p:spPr/>
        <p:txBody>
          <a:bodyPr/>
          <a:lstStyle/>
          <a:p>
            <a:r>
              <a:rPr lang="en-US" dirty="0"/>
              <a:t>X-ray Analysis</a:t>
            </a:r>
          </a:p>
        </p:txBody>
      </p:sp>
      <p:sp>
        <p:nvSpPr>
          <p:cNvPr id="36" name="Text Placeholder 35">
            <a:extLst>
              <a:ext uri="{FF2B5EF4-FFF2-40B4-BE49-F238E27FC236}">
                <a16:creationId xmlns:a16="http://schemas.microsoft.com/office/drawing/2014/main" id="{09080038-0DB9-C732-FBD4-282154F9728A}"/>
              </a:ext>
            </a:extLst>
          </p:cNvPr>
          <p:cNvSpPr>
            <a:spLocks noGrp="1"/>
          </p:cNvSpPr>
          <p:nvPr>
            <p:ph type="body" sz="quarter" idx="28"/>
          </p:nvPr>
        </p:nvSpPr>
        <p:spPr>
          <a:xfrm>
            <a:off x="24693562" y="8963333"/>
            <a:ext cx="7556395" cy="20565608"/>
          </a:xfrm>
        </p:spPr>
        <p:txBody>
          <a:bodyPr/>
          <a:lstStyle/>
          <a:p>
            <a:pPr marL="0" indent="457200" algn="just"/>
            <a:r>
              <a:rPr lang="en-US" sz="2300" dirty="0"/>
              <a:t>The raw x-ray spectra (Figure 7) were individually analyzed to find the spectral temperature (T</a:t>
            </a:r>
            <a:r>
              <a:rPr lang="en-US" sz="2300" baseline="-25000" dirty="0"/>
              <a:t>s</a:t>
            </a:r>
            <a:r>
              <a:rPr lang="en-US" sz="2300" dirty="0"/>
              <a:t>) in keV by taking the reciprocal of the slope of the line fitted to the natural log of the normalized and detector-efficiency-corrected data (Figure 8). A higher spectral temperature means hotter electrons in the plasma, which leads to an increased heat load on the superconducting magnet cryostat. </a:t>
            </a:r>
          </a:p>
          <a:p>
            <a:pPr marL="0" indent="457200"/>
            <a:endParaRPr lang="en-US" sz="2300" dirty="0"/>
          </a:p>
          <a:p>
            <a:pPr marL="0" indent="457200"/>
            <a:endParaRPr lang="en-US" sz="2300" dirty="0"/>
          </a:p>
          <a:p>
            <a:pPr marL="0" indent="457200"/>
            <a:endParaRPr lang="en-US" sz="2300" dirty="0"/>
          </a:p>
          <a:p>
            <a:pPr marL="0" indent="457200"/>
            <a:endParaRPr lang="en-US" sz="2300" dirty="0"/>
          </a:p>
          <a:p>
            <a:pPr marL="0" indent="457200"/>
            <a:endParaRPr lang="en-US" sz="2300" dirty="0"/>
          </a:p>
          <a:p>
            <a:pPr marL="0" indent="457200"/>
            <a:endParaRPr lang="en-US" sz="2300" dirty="0"/>
          </a:p>
          <a:p>
            <a:pPr marL="0" indent="457200"/>
            <a:endParaRPr lang="en-US" sz="2300" dirty="0"/>
          </a:p>
          <a:p>
            <a:pPr marL="0" indent="457200"/>
            <a:endParaRPr lang="en-US" sz="2300" dirty="0"/>
          </a:p>
          <a:p>
            <a:pPr marL="0" indent="457200"/>
            <a:endParaRPr lang="en-US" sz="2300" dirty="0"/>
          </a:p>
          <a:p>
            <a:pPr marL="0" indent="457200"/>
            <a:endParaRPr lang="en-US" sz="2300" dirty="0"/>
          </a:p>
          <a:p>
            <a:pPr marL="0" indent="0" algn="ctr"/>
            <a:r>
              <a:rPr lang="en-US" sz="2300" dirty="0"/>
              <a:t>Figure 7: Raw MCA data.</a:t>
            </a:r>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endParaRPr lang="en-US" sz="2300" dirty="0"/>
          </a:p>
          <a:p>
            <a:pPr marL="0" indent="0" algn="ctr"/>
            <a:r>
              <a:rPr lang="en-US" sz="2300" dirty="0"/>
              <a:t>Figure 8: Manually selecting a fit range on the linear portion of the corrected spectrum to get a spectral temperature.</a:t>
            </a:r>
          </a:p>
        </p:txBody>
      </p:sp>
      <p:sp>
        <p:nvSpPr>
          <p:cNvPr id="37" name="Text Placeholder 36">
            <a:extLst>
              <a:ext uri="{FF2B5EF4-FFF2-40B4-BE49-F238E27FC236}">
                <a16:creationId xmlns:a16="http://schemas.microsoft.com/office/drawing/2014/main" id="{792F1508-A5C9-9C3E-B44A-FB5D96E7FA1F}"/>
              </a:ext>
            </a:extLst>
          </p:cNvPr>
          <p:cNvSpPr>
            <a:spLocks noGrp="1"/>
          </p:cNvSpPr>
          <p:nvPr>
            <p:ph type="body" sz="quarter" idx="29"/>
          </p:nvPr>
        </p:nvSpPr>
        <p:spPr>
          <a:xfrm>
            <a:off x="24704127" y="33745066"/>
            <a:ext cx="7535264" cy="938719"/>
          </a:xfrm>
        </p:spPr>
        <p:txBody>
          <a:bodyPr/>
          <a:lstStyle/>
          <a:p>
            <a:r>
              <a:rPr lang="en-US" dirty="0"/>
              <a:t>References</a:t>
            </a:r>
          </a:p>
        </p:txBody>
      </p:sp>
      <p:sp>
        <p:nvSpPr>
          <p:cNvPr id="38" name="Text Placeholder 37">
            <a:extLst>
              <a:ext uri="{FF2B5EF4-FFF2-40B4-BE49-F238E27FC236}">
                <a16:creationId xmlns:a16="http://schemas.microsoft.com/office/drawing/2014/main" id="{70B830CB-8C8D-EAA2-4A36-F6E7762856C9}"/>
              </a:ext>
            </a:extLst>
          </p:cNvPr>
          <p:cNvSpPr>
            <a:spLocks noGrp="1"/>
          </p:cNvSpPr>
          <p:nvPr>
            <p:ph type="body" sz="quarter" idx="30"/>
          </p:nvPr>
        </p:nvSpPr>
        <p:spPr>
          <a:xfrm>
            <a:off x="24721511" y="34683785"/>
            <a:ext cx="7539038" cy="4939792"/>
          </a:xfrm>
        </p:spPr>
        <p:txBody>
          <a:bodyPr/>
          <a:lstStyle/>
          <a:p>
            <a:r>
              <a:rPr lang="en-US" sz="1900" dirty="0"/>
              <a:t>[1] R. Geller, Electron Cyclotron Resonance Ion Sources and ECR Plasmas (Institute of Physics Publishing, Bristol, 1996).</a:t>
            </a:r>
          </a:p>
          <a:p>
            <a:r>
              <a:rPr lang="en-US" sz="1900" dirty="0"/>
              <a:t>[2] Z. Q. Xie and C. M. </a:t>
            </a:r>
            <a:r>
              <a:rPr lang="en-US" sz="1900" dirty="0" err="1"/>
              <a:t>Lyneis</a:t>
            </a:r>
            <a:r>
              <a:rPr lang="en-US" sz="1900" dirty="0"/>
              <a:t>, “Improvements on the LBL AECR source”, ECRIS1995, RIKEN, April 1995, INS-J-182, p 24 (1995).</a:t>
            </a:r>
          </a:p>
          <a:p>
            <a:r>
              <a:rPr lang="en-US" sz="1900" dirty="0"/>
              <a:t>[3] J Benitez, C </a:t>
            </a:r>
            <a:r>
              <a:rPr lang="en-US" sz="1900" dirty="0" err="1"/>
              <a:t>Lyneis</a:t>
            </a:r>
            <a:r>
              <a:rPr lang="en-US" sz="1900" dirty="0"/>
              <a:t>, L Phair, D Todd and D Xie 2017 IEEE Transactions on Plasma Science 45 7</a:t>
            </a:r>
            <a:endParaRPr lang="de-DE" sz="1900" dirty="0"/>
          </a:p>
          <a:p>
            <a:r>
              <a:rPr lang="en-US" sz="1900" dirty="0"/>
              <a:t>[4] A. Kitagawa, M. Muramatsu, R. Rácz, S. Biri, Y. Kato, and W. Takasugi, in Proceedings of the 22nd International Workshop on ECR Ion Sources (ECRIS'16), Busan, Korea (JACoW, Geneva, 2016),pp. 55–58.</a:t>
            </a:r>
          </a:p>
          <a:p>
            <a:r>
              <a:rPr lang="en-US" sz="1900" dirty="0"/>
              <a:t>[5] R. C. Vondrasek, R. H. Scott, and R. C. Pardo, Rev. Sci. </a:t>
            </a:r>
            <a:r>
              <a:rPr lang="en-US" sz="1900" dirty="0" err="1"/>
              <a:t>Instrum</a:t>
            </a:r>
            <a:r>
              <a:rPr lang="en-US" sz="1900" dirty="0"/>
              <a:t>. 73, 548 (2002).</a:t>
            </a:r>
          </a:p>
          <a:p>
            <a:endParaRPr lang="en-US" dirty="0"/>
          </a:p>
        </p:txBody>
      </p:sp>
      <p:sp>
        <p:nvSpPr>
          <p:cNvPr id="46" name="Text Placeholder 45">
            <a:extLst>
              <a:ext uri="{FF2B5EF4-FFF2-40B4-BE49-F238E27FC236}">
                <a16:creationId xmlns:a16="http://schemas.microsoft.com/office/drawing/2014/main" id="{E9A55C32-5229-7918-B38C-831FE585F03D}"/>
              </a:ext>
            </a:extLst>
          </p:cNvPr>
          <p:cNvSpPr>
            <a:spLocks noGrp="1"/>
          </p:cNvSpPr>
          <p:nvPr>
            <p:ph type="body" sz="quarter" idx="157"/>
          </p:nvPr>
        </p:nvSpPr>
        <p:spPr>
          <a:xfrm>
            <a:off x="24704127" y="28895352"/>
            <a:ext cx="7535264" cy="938719"/>
          </a:xfrm>
        </p:spPr>
        <p:txBody>
          <a:bodyPr/>
          <a:lstStyle/>
          <a:p>
            <a:r>
              <a:rPr lang="en-US" dirty="0"/>
              <a:t>Future Work</a:t>
            </a:r>
          </a:p>
        </p:txBody>
      </p:sp>
      <p:sp>
        <p:nvSpPr>
          <p:cNvPr id="47" name="Text Placeholder 46">
            <a:extLst>
              <a:ext uri="{FF2B5EF4-FFF2-40B4-BE49-F238E27FC236}">
                <a16:creationId xmlns:a16="http://schemas.microsoft.com/office/drawing/2014/main" id="{EBA9BE48-5E92-4B60-781C-EA1EF75F04F9}"/>
              </a:ext>
            </a:extLst>
          </p:cNvPr>
          <p:cNvSpPr>
            <a:spLocks noGrp="1"/>
          </p:cNvSpPr>
          <p:nvPr>
            <p:ph type="body" sz="quarter" idx="158"/>
          </p:nvPr>
        </p:nvSpPr>
        <p:spPr>
          <a:xfrm>
            <a:off x="24721511" y="29804107"/>
            <a:ext cx="7539038" cy="4355016"/>
          </a:xfrm>
        </p:spPr>
        <p:txBody>
          <a:bodyPr/>
          <a:lstStyle/>
          <a:p>
            <a:pPr marL="342900" indent="-342900">
              <a:buFont typeface="Arial" panose="020B0604020202020204" pitchFamily="34" charset="0"/>
              <a:buChar char="•"/>
            </a:pPr>
            <a:r>
              <a:rPr lang="en-US" sz="2300" dirty="0"/>
              <a:t>Multi-frequency heating with 14, 18, 28 GHz sources</a:t>
            </a:r>
          </a:p>
          <a:p>
            <a:pPr marL="342900" indent="-342900">
              <a:buFont typeface="Arial" panose="020B0604020202020204" pitchFamily="34" charset="0"/>
              <a:buChar char="•"/>
            </a:pPr>
            <a:r>
              <a:rPr lang="en-US" sz="2300" dirty="0"/>
              <a:t>Repeat with lower frequency, higher power sources</a:t>
            </a:r>
          </a:p>
          <a:p>
            <a:pPr marL="342900" indent="-342900">
              <a:buFont typeface="Arial" panose="020B0604020202020204" pitchFamily="34" charset="0"/>
              <a:buChar char="•"/>
            </a:pPr>
            <a:r>
              <a:rPr lang="en-US" sz="2300" dirty="0"/>
              <a:t>Repeat measurements with LBL AECR (14 GHz klystron and 11-13 GHz variable TWT)</a:t>
            </a:r>
          </a:p>
          <a:p>
            <a:pPr marL="342900" indent="-342900">
              <a:buFont typeface="Arial" panose="020B0604020202020204" pitchFamily="34" charset="0"/>
              <a:buChar char="•"/>
            </a:pPr>
            <a:r>
              <a:rPr lang="en-US" sz="2300" dirty="0"/>
              <a:t>Repeat with different axial magnetic field configurations</a:t>
            </a:r>
          </a:p>
          <a:p>
            <a:pPr marL="342900" indent="-342900">
              <a:buFont typeface="Arial" panose="020B0604020202020204" pitchFamily="34" charset="0"/>
              <a:buChar char="•"/>
            </a:pPr>
            <a:r>
              <a:rPr lang="en-US" sz="2300" dirty="0"/>
              <a:t>Develop a machine learning framework to predict behavior at higher total powers/higher frequencies</a:t>
            </a:r>
          </a:p>
          <a:p>
            <a:endParaRPr lang="en-US" sz="2300" dirty="0"/>
          </a:p>
        </p:txBody>
      </p:sp>
      <p:sp>
        <p:nvSpPr>
          <p:cNvPr id="24" name="Title 23">
            <a:extLst>
              <a:ext uri="{FF2B5EF4-FFF2-40B4-BE49-F238E27FC236}">
                <a16:creationId xmlns:a16="http://schemas.microsoft.com/office/drawing/2014/main" id="{80F2454E-E93D-5633-B434-FCFA9314EED0}"/>
              </a:ext>
            </a:extLst>
          </p:cNvPr>
          <p:cNvSpPr>
            <a:spLocks noGrp="1"/>
          </p:cNvSpPr>
          <p:nvPr>
            <p:ph type="title"/>
          </p:nvPr>
        </p:nvSpPr>
        <p:spPr>
          <a:xfrm>
            <a:off x="5138738" y="937980"/>
            <a:ext cx="27111220" cy="1930400"/>
          </a:xfrm>
        </p:spPr>
        <p:txBody>
          <a:bodyPr/>
          <a:lstStyle/>
          <a:p>
            <a:r>
              <a:rPr lang="en-US" sz="6600" dirty="0"/>
              <a:t>Two-Frequency Heating Phenomena at the Superconducting VENUS ECR Ion Source</a:t>
            </a:r>
          </a:p>
        </p:txBody>
      </p:sp>
      <p:sp>
        <p:nvSpPr>
          <p:cNvPr id="39" name="Text Placeholder 38">
            <a:extLst>
              <a:ext uri="{FF2B5EF4-FFF2-40B4-BE49-F238E27FC236}">
                <a16:creationId xmlns:a16="http://schemas.microsoft.com/office/drawing/2014/main" id="{76FE888C-D1A7-9558-065F-477FB4599F3F}"/>
              </a:ext>
            </a:extLst>
          </p:cNvPr>
          <p:cNvSpPr>
            <a:spLocks noGrp="1"/>
          </p:cNvSpPr>
          <p:nvPr>
            <p:ph type="body" sz="quarter" idx="150"/>
          </p:nvPr>
        </p:nvSpPr>
        <p:spPr>
          <a:xfrm>
            <a:off x="5138739" y="5290394"/>
            <a:ext cx="27111218" cy="1706880"/>
          </a:xfrm>
        </p:spPr>
        <p:txBody>
          <a:bodyPr/>
          <a:lstStyle/>
          <a:p>
            <a:r>
              <a:rPr lang="en-US" sz="4400" dirty="0"/>
              <a:t>N. Intwala, J. Benitez, M. Chen, B. Peri, J. Rehak, T. Thuillier, D. Todd</a:t>
            </a:r>
          </a:p>
          <a:p>
            <a:endParaRPr lang="en-US" dirty="0"/>
          </a:p>
          <a:p>
            <a:endParaRPr lang="en-US" dirty="0"/>
          </a:p>
        </p:txBody>
      </p:sp>
      <p:sp>
        <p:nvSpPr>
          <p:cNvPr id="40" name="Text Placeholder 39">
            <a:extLst>
              <a:ext uri="{FF2B5EF4-FFF2-40B4-BE49-F238E27FC236}">
                <a16:creationId xmlns:a16="http://schemas.microsoft.com/office/drawing/2014/main" id="{7C9BE907-D717-E7C8-7786-5BEA38F9B879}"/>
              </a:ext>
            </a:extLst>
          </p:cNvPr>
          <p:cNvSpPr>
            <a:spLocks noGrp="1"/>
          </p:cNvSpPr>
          <p:nvPr>
            <p:ph type="body" sz="quarter" idx="151"/>
          </p:nvPr>
        </p:nvSpPr>
        <p:spPr>
          <a:xfrm>
            <a:off x="5138739" y="3663522"/>
            <a:ext cx="27111219" cy="1706880"/>
          </a:xfrm>
        </p:spPr>
        <p:txBody>
          <a:bodyPr/>
          <a:lstStyle/>
          <a:p>
            <a:r>
              <a:rPr lang="en-US" sz="5400" dirty="0"/>
              <a:t>Lawrence Berkeley National Laboratory</a:t>
            </a:r>
          </a:p>
          <a:p>
            <a:endParaRPr lang="en-US" dirty="0"/>
          </a:p>
        </p:txBody>
      </p:sp>
      <p:pic>
        <p:nvPicPr>
          <p:cNvPr id="56" name="Picture 55">
            <a:extLst>
              <a:ext uri="{FF2B5EF4-FFF2-40B4-BE49-F238E27FC236}">
                <a16:creationId xmlns:a16="http://schemas.microsoft.com/office/drawing/2014/main" id="{18C48912-2406-11E6-81FE-215BDBDC0AAA}"/>
              </a:ext>
            </a:extLst>
          </p:cNvPr>
          <p:cNvPicPr>
            <a:picLocks noChangeAspect="1"/>
          </p:cNvPicPr>
          <p:nvPr/>
        </p:nvPicPr>
        <p:blipFill>
          <a:blip r:embed="rId4"/>
          <a:srcRect l="8327" t="34123" r="5323" b="43726"/>
          <a:stretch>
            <a:fillRect/>
          </a:stretch>
        </p:blipFill>
        <p:spPr>
          <a:xfrm>
            <a:off x="10426334" y="15815377"/>
            <a:ext cx="12035437" cy="2316598"/>
          </a:xfrm>
          <a:prstGeom prst="rect">
            <a:avLst/>
          </a:prstGeom>
        </p:spPr>
      </p:pic>
      <p:pic>
        <p:nvPicPr>
          <p:cNvPr id="60" name="Picture Placeholder 29">
            <a:extLst>
              <a:ext uri="{FF2B5EF4-FFF2-40B4-BE49-F238E27FC236}">
                <a16:creationId xmlns:a16="http://schemas.microsoft.com/office/drawing/2014/main" id="{51C4501C-09E8-67B1-D167-1C9D1CD0071D}"/>
              </a:ext>
            </a:extLst>
          </p:cNvPr>
          <p:cNvPicPr>
            <a:picLocks noChangeAspect="1"/>
          </p:cNvPicPr>
          <p:nvPr/>
        </p:nvPicPr>
        <p:blipFill>
          <a:blip r:embed="rId5" cstate="email">
            <a:extLst>
              <a:ext uri="{28A0092B-C50C-407E-A947-70E740481C1C}">
                <a14:useLocalDpi xmlns:a14="http://schemas.microsoft.com/office/drawing/2010/main" val="0"/>
              </a:ext>
            </a:extLst>
          </a:blip>
          <a:srcRect t="52898" r="50796"/>
          <a:stretch>
            <a:fillRect/>
          </a:stretch>
        </p:blipFill>
        <p:spPr>
          <a:xfrm>
            <a:off x="24767001" y="16771127"/>
            <a:ext cx="7274706" cy="3602597"/>
          </a:xfrm>
          <a:prstGeom prst="rect">
            <a:avLst/>
          </a:prstGeom>
          <a:noFill/>
          <a:ln>
            <a:noFill/>
          </a:ln>
          <a:effectLst/>
        </p:spPr>
      </p:pic>
      <p:pic>
        <p:nvPicPr>
          <p:cNvPr id="62" name="Picture 61">
            <a:extLst>
              <a:ext uri="{FF2B5EF4-FFF2-40B4-BE49-F238E27FC236}">
                <a16:creationId xmlns:a16="http://schemas.microsoft.com/office/drawing/2014/main" id="{0BCED48A-6DCA-1683-5C31-54C14BDF787A}"/>
              </a:ext>
            </a:extLst>
          </p:cNvPr>
          <p:cNvPicPr>
            <a:picLocks noChangeAspect="1"/>
          </p:cNvPicPr>
          <p:nvPr/>
        </p:nvPicPr>
        <p:blipFill>
          <a:blip r:embed="rId6"/>
          <a:srcRect l="50000" t="6282" b="46859"/>
          <a:stretch>
            <a:fillRect/>
          </a:stretch>
        </p:blipFill>
        <p:spPr>
          <a:xfrm>
            <a:off x="24801106" y="20360218"/>
            <a:ext cx="7311639" cy="3544542"/>
          </a:xfrm>
          <a:prstGeom prst="rect">
            <a:avLst/>
          </a:prstGeom>
        </p:spPr>
      </p:pic>
      <p:pic>
        <p:nvPicPr>
          <p:cNvPr id="59" name="Picture 58">
            <a:extLst>
              <a:ext uri="{FF2B5EF4-FFF2-40B4-BE49-F238E27FC236}">
                <a16:creationId xmlns:a16="http://schemas.microsoft.com/office/drawing/2014/main" id="{04E676A6-94E4-9467-734C-4C9F615F7C8D}"/>
              </a:ext>
            </a:extLst>
          </p:cNvPr>
          <p:cNvPicPr>
            <a:picLocks noChangeAspect="1"/>
          </p:cNvPicPr>
          <p:nvPr/>
        </p:nvPicPr>
        <p:blipFill>
          <a:blip r:embed="rId7"/>
          <a:stretch>
            <a:fillRect/>
          </a:stretch>
        </p:blipFill>
        <p:spPr>
          <a:xfrm>
            <a:off x="16259670" y="20120992"/>
            <a:ext cx="7667047" cy="5444714"/>
          </a:xfrm>
          <a:prstGeom prst="rect">
            <a:avLst/>
          </a:prstGeom>
        </p:spPr>
      </p:pic>
      <p:pic>
        <p:nvPicPr>
          <p:cNvPr id="76" name="Picture 75">
            <a:extLst>
              <a:ext uri="{FF2B5EF4-FFF2-40B4-BE49-F238E27FC236}">
                <a16:creationId xmlns:a16="http://schemas.microsoft.com/office/drawing/2014/main" id="{03E40B97-AB48-DCC8-7087-601A744ABE12}"/>
              </a:ext>
            </a:extLst>
          </p:cNvPr>
          <p:cNvPicPr>
            <a:picLocks noChangeAspect="1"/>
          </p:cNvPicPr>
          <p:nvPr/>
        </p:nvPicPr>
        <p:blipFill>
          <a:blip r:embed="rId8"/>
          <a:stretch>
            <a:fillRect/>
          </a:stretch>
        </p:blipFill>
        <p:spPr>
          <a:xfrm>
            <a:off x="30172453" y="575338"/>
            <a:ext cx="2381250" cy="2562225"/>
          </a:xfrm>
          <a:prstGeom prst="rect">
            <a:avLst/>
          </a:prstGeom>
        </p:spPr>
      </p:pic>
      <p:pic>
        <p:nvPicPr>
          <p:cNvPr id="80" name="Picture 79">
            <a:extLst>
              <a:ext uri="{FF2B5EF4-FFF2-40B4-BE49-F238E27FC236}">
                <a16:creationId xmlns:a16="http://schemas.microsoft.com/office/drawing/2014/main" id="{361244B2-B316-0734-8069-7D31B2C22153}"/>
              </a:ext>
            </a:extLst>
          </p:cNvPr>
          <p:cNvPicPr>
            <a:picLocks noChangeAspect="1"/>
          </p:cNvPicPr>
          <p:nvPr/>
        </p:nvPicPr>
        <p:blipFill>
          <a:blip r:embed="rId9"/>
          <a:stretch>
            <a:fillRect/>
          </a:stretch>
        </p:blipFill>
        <p:spPr>
          <a:xfrm>
            <a:off x="28172203" y="3547069"/>
            <a:ext cx="4381500" cy="2590800"/>
          </a:xfrm>
          <a:prstGeom prst="rect">
            <a:avLst/>
          </a:prstGeom>
        </p:spPr>
      </p:pic>
      <p:pic>
        <p:nvPicPr>
          <p:cNvPr id="88" name="Picture Placeholder 87">
            <a:extLst>
              <a:ext uri="{FF2B5EF4-FFF2-40B4-BE49-F238E27FC236}">
                <a16:creationId xmlns:a16="http://schemas.microsoft.com/office/drawing/2014/main" id="{8BDAC04A-1DFA-39F2-6646-B255C95B4513}"/>
              </a:ext>
            </a:extLst>
          </p:cNvPr>
          <p:cNvPicPr>
            <a:picLocks noGrp="1" noChangeAspect="1"/>
          </p:cNvPicPr>
          <p:nvPr>
            <p:ph type="pic" sz="quarter" idx="153"/>
          </p:nvPr>
        </p:nvPicPr>
        <p:blipFill>
          <a:blip r:embed="rId10">
            <a:extLst>
              <a:ext uri="{28A0092B-C50C-407E-A947-70E740481C1C}">
                <a14:useLocalDpi xmlns:a14="http://schemas.microsoft.com/office/drawing/2010/main" val="0"/>
              </a:ext>
            </a:extLst>
          </a:blip>
          <a:stretch>
            <a:fillRect/>
          </a:stretch>
        </p:blipFill>
        <p:spPr>
          <a:xfrm>
            <a:off x="9018471" y="9165769"/>
            <a:ext cx="14881457" cy="5860775"/>
          </a:xfrm>
          <a:prstGeom prst="rect">
            <a:avLst/>
          </a:prstGeom>
        </p:spPr>
      </p:pic>
      <p:sp>
        <p:nvSpPr>
          <p:cNvPr id="89" name="Text Placeholder 28">
            <a:extLst>
              <a:ext uri="{FF2B5EF4-FFF2-40B4-BE49-F238E27FC236}">
                <a16:creationId xmlns:a16="http://schemas.microsoft.com/office/drawing/2014/main" id="{0CC0753E-1577-E3D8-A070-E669BFB6193E}"/>
              </a:ext>
            </a:extLst>
          </p:cNvPr>
          <p:cNvSpPr txBox="1">
            <a:spLocks/>
          </p:cNvSpPr>
          <p:nvPr/>
        </p:nvSpPr>
        <p:spPr>
          <a:xfrm>
            <a:off x="8713655" y="18128932"/>
            <a:ext cx="15426927" cy="830975"/>
          </a:xfrm>
          <a:prstGeom prst="rect">
            <a:avLst/>
          </a:prstGeom>
        </p:spPr>
        <p:txBody>
          <a:bodyPr wrap="square" lIns="228589" tIns="228589" rIns="228589" bIns="228589">
            <a:spAutoFit/>
          </a:bodyPr>
          <a:lstStyle>
            <a:lvl1pPr marL="342883" indent="-342883" algn="l" defTabSz="4387850" rtl="0" eaLnBrk="0" fontAlgn="base" hangingPunct="0">
              <a:spcBef>
                <a:spcPct val="20000"/>
              </a:spcBef>
              <a:spcAft>
                <a:spcPct val="0"/>
              </a:spcAft>
              <a:buFont typeface="Arial" charset="0"/>
              <a:buNone/>
              <a:defRPr sz="2400" kern="1200">
                <a:solidFill>
                  <a:srgbClr val="00313C"/>
                </a:solidFill>
                <a:latin typeface="+mn-lt"/>
                <a:ea typeface="ＭＳ Ｐゴシック" charset="-128"/>
                <a:cs typeface="ＭＳ Ｐゴシック" charset="-128"/>
              </a:defRPr>
            </a:lvl1pPr>
            <a:lvl2pPr marL="1485825" indent="-571471" algn="l" defTabSz="4387850" rtl="0" eaLnBrk="0" fontAlgn="base" hangingPunct="0">
              <a:spcBef>
                <a:spcPct val="20000"/>
              </a:spcBef>
              <a:spcAft>
                <a:spcPct val="0"/>
              </a:spcAft>
              <a:buFont typeface="Arial" charset="0"/>
              <a:buChar char="–"/>
              <a:defRPr sz="2500" kern="1200">
                <a:solidFill>
                  <a:schemeClr val="tx1"/>
                </a:solidFill>
                <a:latin typeface="Trebuchet MS" pitchFamily="34" charset="0"/>
                <a:ea typeface="ＭＳ Ｐゴシック" charset="-128"/>
                <a:cs typeface="+mn-cs"/>
              </a:defRPr>
            </a:lvl2pPr>
            <a:lvl3pPr marL="2057297" indent="-571471" algn="l" defTabSz="4387850" rtl="0" eaLnBrk="0" fontAlgn="base" hangingPunct="0">
              <a:spcBef>
                <a:spcPct val="20000"/>
              </a:spcBef>
              <a:spcAft>
                <a:spcPct val="0"/>
              </a:spcAft>
              <a:buFont typeface="Arial" charset="0"/>
              <a:buChar char="•"/>
              <a:defRPr sz="2500" kern="1200">
                <a:solidFill>
                  <a:schemeClr val="tx1"/>
                </a:solidFill>
                <a:latin typeface="Trebuchet MS" pitchFamily="34" charset="0"/>
                <a:ea typeface="ＭＳ Ｐゴシック" charset="-128"/>
                <a:cs typeface="+mn-cs"/>
              </a:defRPr>
            </a:lvl3pPr>
            <a:lvl4pPr marL="2685916" indent="-628619" algn="l" defTabSz="4387850" rtl="0" eaLnBrk="0" fontAlgn="base" hangingPunct="0">
              <a:spcBef>
                <a:spcPct val="20000"/>
              </a:spcBef>
              <a:spcAft>
                <a:spcPct val="0"/>
              </a:spcAft>
              <a:buFont typeface="Arial" charset="0"/>
              <a:buChar char="–"/>
              <a:defRPr sz="2500" kern="1200">
                <a:solidFill>
                  <a:schemeClr val="tx1"/>
                </a:solidFill>
                <a:latin typeface="Trebuchet MS" pitchFamily="34" charset="0"/>
                <a:ea typeface="ＭＳ Ｐゴシック" charset="-128"/>
                <a:cs typeface="+mn-cs"/>
              </a:defRPr>
            </a:lvl4pPr>
            <a:lvl5pPr marL="3143093" indent="-457177" algn="l" defTabSz="4387850" rtl="0" eaLnBrk="0" fontAlgn="base" hangingPunct="0">
              <a:spcBef>
                <a:spcPct val="20000"/>
              </a:spcBef>
              <a:spcAft>
                <a:spcPct val="0"/>
              </a:spcAft>
              <a:buFont typeface="Arial" charset="0"/>
              <a:buChar char="»"/>
              <a:defRPr sz="2500" kern="1200">
                <a:solidFill>
                  <a:schemeClr val="tx1"/>
                </a:solidFill>
                <a:latin typeface="Trebuchet MS" pitchFamily="34" charset="0"/>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ctr"/>
            <a:r>
              <a:rPr lang="en-US" dirty="0"/>
              <a:t>Figure 2: Collimator alignment fixture.</a:t>
            </a:r>
          </a:p>
        </p:txBody>
      </p:sp>
      <mc:AlternateContent xmlns:mc="http://schemas.openxmlformats.org/markup-compatibility/2006" xmlns:p14="http://schemas.microsoft.com/office/powerpoint/2010/main">
        <mc:Choice Requires="p14">
          <p:contentPart p14:bwMode="auto" r:id="rId11">
            <p14:nvContentPartPr>
              <p14:cNvPr id="99" name="Ink 98">
                <a:extLst>
                  <a:ext uri="{FF2B5EF4-FFF2-40B4-BE49-F238E27FC236}">
                    <a16:creationId xmlns:a16="http://schemas.microsoft.com/office/drawing/2014/main" id="{4A1B7076-2067-FACD-FD10-605D7F2C1706}"/>
                  </a:ext>
                </a:extLst>
              </p14:cNvPr>
              <p14:cNvContentPartPr/>
              <p14:nvPr/>
            </p14:nvContentPartPr>
            <p14:xfrm>
              <a:off x="21430950" y="16192320"/>
              <a:ext cx="360" cy="360"/>
            </p14:xfrm>
          </p:contentPart>
        </mc:Choice>
        <mc:Fallback xmlns="">
          <p:pic>
            <p:nvPicPr>
              <p:cNvPr id="99" name="Ink 98">
                <a:extLst>
                  <a:ext uri="{FF2B5EF4-FFF2-40B4-BE49-F238E27FC236}">
                    <a16:creationId xmlns:a16="http://schemas.microsoft.com/office/drawing/2014/main" id="{4A1B7076-2067-FACD-FD10-605D7F2C1706}"/>
                  </a:ext>
                </a:extLst>
              </p:cNvPr>
              <p:cNvPicPr/>
              <p:nvPr/>
            </p:nvPicPr>
            <p:blipFill>
              <a:blip r:embed="rId12"/>
              <a:stretch>
                <a:fillRect/>
              </a:stretch>
            </p:blipFill>
            <p:spPr>
              <a:xfrm>
                <a:off x="21413310" y="16174320"/>
                <a:ext cx="36000" cy="36000"/>
              </a:xfrm>
              <a:prstGeom prst="rect">
                <a:avLst/>
              </a:prstGeom>
            </p:spPr>
          </p:pic>
        </mc:Fallback>
      </mc:AlternateContent>
      <p:cxnSp>
        <p:nvCxnSpPr>
          <p:cNvPr id="108" name="Straight Arrow Connector 107">
            <a:extLst>
              <a:ext uri="{FF2B5EF4-FFF2-40B4-BE49-F238E27FC236}">
                <a16:creationId xmlns:a16="http://schemas.microsoft.com/office/drawing/2014/main" id="{57546081-F973-4012-72CC-CAFBC98D112A}"/>
              </a:ext>
            </a:extLst>
          </p:cNvPr>
          <p:cNvCxnSpPr>
            <a:cxnSpLocks/>
          </p:cNvCxnSpPr>
          <p:nvPr/>
        </p:nvCxnSpPr>
        <p:spPr>
          <a:xfrm>
            <a:off x="9163050" y="16928498"/>
            <a:ext cx="1066800" cy="0"/>
          </a:xfrm>
          <a:prstGeom prst="straightConnector1">
            <a:avLst/>
          </a:prstGeom>
          <a:ln>
            <a:solidFill>
              <a:srgbClr val="0070C0"/>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10" name="Straight Arrow Connector 109">
            <a:extLst>
              <a:ext uri="{FF2B5EF4-FFF2-40B4-BE49-F238E27FC236}">
                <a16:creationId xmlns:a16="http://schemas.microsoft.com/office/drawing/2014/main" id="{0687CF93-435F-4A48-A29C-8BC467F74D64}"/>
              </a:ext>
            </a:extLst>
          </p:cNvPr>
          <p:cNvCxnSpPr>
            <a:cxnSpLocks/>
          </p:cNvCxnSpPr>
          <p:nvPr/>
        </p:nvCxnSpPr>
        <p:spPr>
          <a:xfrm>
            <a:off x="22584578" y="16898828"/>
            <a:ext cx="1066800" cy="0"/>
          </a:xfrm>
          <a:prstGeom prst="straightConnector1">
            <a:avLst/>
          </a:prstGeom>
          <a:ln>
            <a:solidFill>
              <a:srgbClr val="0070C0"/>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111" name="TextBox 110">
            <a:extLst>
              <a:ext uri="{FF2B5EF4-FFF2-40B4-BE49-F238E27FC236}">
                <a16:creationId xmlns:a16="http://schemas.microsoft.com/office/drawing/2014/main" id="{6EE28BAC-C063-204B-2857-8B497A1AD8DA}"/>
              </a:ext>
            </a:extLst>
          </p:cNvPr>
          <p:cNvSpPr txBox="1"/>
          <p:nvPr/>
        </p:nvSpPr>
        <p:spPr>
          <a:xfrm>
            <a:off x="9298578" y="16524305"/>
            <a:ext cx="1502624" cy="338554"/>
          </a:xfrm>
          <a:prstGeom prst="rect">
            <a:avLst/>
          </a:prstGeom>
          <a:noFill/>
        </p:spPr>
        <p:txBody>
          <a:bodyPr wrap="square" rtlCol="0">
            <a:spAutoFit/>
          </a:bodyPr>
          <a:lstStyle/>
          <a:p>
            <a:r>
              <a:rPr lang="en-US" sz="1600" dirty="0"/>
              <a:t>x-rays</a:t>
            </a:r>
          </a:p>
        </p:txBody>
      </p:sp>
      <p:sp>
        <p:nvSpPr>
          <p:cNvPr id="114" name="TextBox 113">
            <a:extLst>
              <a:ext uri="{FF2B5EF4-FFF2-40B4-BE49-F238E27FC236}">
                <a16:creationId xmlns:a16="http://schemas.microsoft.com/office/drawing/2014/main" id="{54CF6D1D-164C-7325-3700-6E4712712341}"/>
              </a:ext>
            </a:extLst>
          </p:cNvPr>
          <p:cNvSpPr txBox="1"/>
          <p:nvPr/>
        </p:nvSpPr>
        <p:spPr>
          <a:xfrm>
            <a:off x="10801202" y="16048783"/>
            <a:ext cx="1946160" cy="400110"/>
          </a:xfrm>
          <a:prstGeom prst="rect">
            <a:avLst/>
          </a:prstGeom>
          <a:noFill/>
        </p:spPr>
        <p:txBody>
          <a:bodyPr wrap="square" rtlCol="0">
            <a:spAutoFit/>
          </a:bodyPr>
          <a:lstStyle/>
          <a:p>
            <a:r>
              <a:rPr lang="en-US" sz="2000" dirty="0">
                <a:solidFill>
                  <a:schemeClr val="bg1"/>
                </a:solidFill>
              </a:rPr>
              <a:t>Cu collimator</a:t>
            </a:r>
          </a:p>
        </p:txBody>
      </p:sp>
      <p:sp>
        <p:nvSpPr>
          <p:cNvPr id="118" name="TextBox 117">
            <a:extLst>
              <a:ext uri="{FF2B5EF4-FFF2-40B4-BE49-F238E27FC236}">
                <a16:creationId xmlns:a16="http://schemas.microsoft.com/office/drawing/2014/main" id="{298A6B29-98C0-16C4-3E19-F120C917764D}"/>
              </a:ext>
            </a:extLst>
          </p:cNvPr>
          <p:cNvSpPr txBox="1"/>
          <p:nvPr/>
        </p:nvSpPr>
        <p:spPr>
          <a:xfrm>
            <a:off x="20131411" y="15848728"/>
            <a:ext cx="2172447" cy="400110"/>
          </a:xfrm>
          <a:prstGeom prst="rect">
            <a:avLst/>
          </a:prstGeom>
          <a:noFill/>
        </p:spPr>
        <p:txBody>
          <a:bodyPr wrap="square" rtlCol="0">
            <a:spAutoFit/>
          </a:bodyPr>
          <a:lstStyle/>
          <a:p>
            <a:r>
              <a:rPr lang="en-US" sz="2000" dirty="0">
                <a:solidFill>
                  <a:schemeClr val="bg1"/>
                </a:solidFill>
              </a:rPr>
              <a:t>W/Cu collimator</a:t>
            </a:r>
          </a:p>
        </p:txBody>
      </p:sp>
      <p:pic>
        <p:nvPicPr>
          <p:cNvPr id="122" name="Picture Placeholder 121">
            <a:extLst>
              <a:ext uri="{FF2B5EF4-FFF2-40B4-BE49-F238E27FC236}">
                <a16:creationId xmlns:a16="http://schemas.microsoft.com/office/drawing/2014/main" id="{19CD2BA5-8BE0-0A27-ED4D-242A7DF6A9B5}"/>
              </a:ext>
            </a:extLst>
          </p:cNvPr>
          <p:cNvPicPr>
            <a:picLocks noGrp="1" noChangeAspect="1"/>
          </p:cNvPicPr>
          <p:nvPr>
            <p:ph type="pic" sz="quarter" idx="154"/>
          </p:nvPr>
        </p:nvPicPr>
        <p:blipFill>
          <a:blip r:embed="rId13" cstate="email">
            <a:extLst>
              <a:ext uri="{28A0092B-C50C-407E-A947-70E740481C1C}">
                <a14:useLocalDpi xmlns:a14="http://schemas.microsoft.com/office/drawing/2010/main" val="0"/>
              </a:ext>
            </a:extLst>
          </a:blip>
          <a:stretch>
            <a:fillRect/>
          </a:stretch>
        </p:blipFill>
        <p:spPr>
          <a:xfrm>
            <a:off x="1317646" y="24553636"/>
            <a:ext cx="6259880" cy="4173252"/>
          </a:xfrm>
          <a:prstGeom prst="rect">
            <a:avLst/>
          </a:prstGeom>
        </p:spPr>
      </p:pic>
      <p:pic>
        <p:nvPicPr>
          <p:cNvPr id="124" name="Picture Placeholder 123">
            <a:extLst>
              <a:ext uri="{FF2B5EF4-FFF2-40B4-BE49-F238E27FC236}">
                <a16:creationId xmlns:a16="http://schemas.microsoft.com/office/drawing/2014/main" id="{5292F842-CB5A-E996-963E-760D8C97FFAE}"/>
              </a:ext>
            </a:extLst>
          </p:cNvPr>
          <p:cNvPicPr>
            <a:picLocks noGrp="1" noChangeAspect="1"/>
          </p:cNvPicPr>
          <p:nvPr>
            <p:ph type="pic" sz="quarter" idx="155"/>
          </p:nvPr>
        </p:nvPicPr>
        <p:blipFill>
          <a:blip r:embed="rId14" cstate="email">
            <a:extLst>
              <a:ext uri="{28A0092B-C50C-407E-A947-70E740481C1C}">
                <a14:useLocalDpi xmlns:a14="http://schemas.microsoft.com/office/drawing/2010/main" val="0"/>
              </a:ext>
            </a:extLst>
          </a:blip>
          <a:stretch>
            <a:fillRect/>
          </a:stretch>
        </p:blipFill>
        <p:spPr>
          <a:xfrm>
            <a:off x="1543754" y="34214426"/>
            <a:ext cx="5892039" cy="4247749"/>
          </a:xfrm>
          <a:prstGeom prst="rect">
            <a:avLst/>
          </a:prstGeom>
        </p:spPr>
      </p:pic>
      <p:pic>
        <p:nvPicPr>
          <p:cNvPr id="128" name="Picture 127">
            <a:extLst>
              <a:ext uri="{FF2B5EF4-FFF2-40B4-BE49-F238E27FC236}">
                <a16:creationId xmlns:a16="http://schemas.microsoft.com/office/drawing/2014/main" id="{23AD43CF-C349-8FCC-686E-1A97D85A7DD2}"/>
              </a:ext>
            </a:extLst>
          </p:cNvPr>
          <p:cNvPicPr>
            <a:picLocks noChangeAspect="1"/>
          </p:cNvPicPr>
          <p:nvPr/>
        </p:nvPicPr>
        <p:blipFill>
          <a:blip r:embed="rId15"/>
          <a:stretch>
            <a:fillRect/>
          </a:stretch>
        </p:blipFill>
        <p:spPr>
          <a:xfrm>
            <a:off x="8814654" y="20012069"/>
            <a:ext cx="7543800" cy="8310966"/>
          </a:xfrm>
          <a:prstGeom prst="rect">
            <a:avLst/>
          </a:prstGeom>
        </p:spPr>
      </p:pic>
      <p:pic>
        <p:nvPicPr>
          <p:cNvPr id="82" name="Picture Placeholder 81">
            <a:extLst>
              <a:ext uri="{FF2B5EF4-FFF2-40B4-BE49-F238E27FC236}">
                <a16:creationId xmlns:a16="http://schemas.microsoft.com/office/drawing/2014/main" id="{7E6941E1-8B10-A441-8C19-46ACBDDAB461}"/>
              </a:ext>
            </a:extLst>
          </p:cNvPr>
          <p:cNvPicPr>
            <a:picLocks noGrp="1" noChangeAspect="1"/>
          </p:cNvPicPr>
          <p:nvPr>
            <p:ph type="pic" sz="quarter" idx="152"/>
          </p:nvPr>
        </p:nvPicPr>
        <p:blipFill>
          <a:blip r:embed="rId16">
            <a:extLst>
              <a:ext uri="{28A0092B-C50C-407E-A947-70E740481C1C}">
                <a14:useLocalDpi xmlns:a14="http://schemas.microsoft.com/office/drawing/2010/main" val="0"/>
              </a:ext>
            </a:extLst>
          </a:blip>
          <a:stretch>
            <a:fillRect/>
          </a:stretch>
        </p:blipFill>
        <p:spPr>
          <a:xfrm>
            <a:off x="24921455" y="12188221"/>
            <a:ext cx="7120252" cy="3908744"/>
          </a:xfrm>
          <a:prstGeom prst="rect">
            <a:avLst/>
          </a:prstGeom>
        </p:spPr>
      </p:pic>
      <p:pic>
        <p:nvPicPr>
          <p:cNvPr id="131" name="Picture 130">
            <a:extLst>
              <a:ext uri="{FF2B5EF4-FFF2-40B4-BE49-F238E27FC236}">
                <a16:creationId xmlns:a16="http://schemas.microsoft.com/office/drawing/2014/main" id="{CFE69F57-FE9F-CFAC-775D-6917A87C9160}"/>
              </a:ext>
            </a:extLst>
          </p:cNvPr>
          <p:cNvPicPr>
            <a:picLocks noChangeAspect="1"/>
          </p:cNvPicPr>
          <p:nvPr/>
        </p:nvPicPr>
        <p:blipFill>
          <a:blip r:embed="rId6"/>
          <a:srcRect l="50000" t="53141"/>
          <a:stretch>
            <a:fillRect/>
          </a:stretch>
        </p:blipFill>
        <p:spPr>
          <a:xfrm>
            <a:off x="24835211" y="23998434"/>
            <a:ext cx="7311639" cy="3544543"/>
          </a:xfrm>
          <a:prstGeom prst="rect">
            <a:avLst/>
          </a:prstGeom>
        </p:spPr>
      </p:pic>
      <p:graphicFrame>
        <p:nvGraphicFramePr>
          <p:cNvPr id="135" name="Table 134">
            <a:extLst>
              <a:ext uri="{FF2B5EF4-FFF2-40B4-BE49-F238E27FC236}">
                <a16:creationId xmlns:a16="http://schemas.microsoft.com/office/drawing/2014/main" id="{70FB4406-2CDB-3D18-AFEF-408D6438E04E}"/>
              </a:ext>
            </a:extLst>
          </p:cNvPr>
          <p:cNvGraphicFramePr>
            <a:graphicFrameLocks noGrp="1"/>
          </p:cNvGraphicFramePr>
          <p:nvPr>
            <p:extLst>
              <p:ext uri="{D42A27DB-BD31-4B8C-83A1-F6EECF244321}">
                <p14:modId xmlns:p14="http://schemas.microsoft.com/office/powerpoint/2010/main" val="113234098"/>
              </p:ext>
            </p:extLst>
          </p:nvPr>
        </p:nvGraphicFramePr>
        <p:xfrm>
          <a:off x="16933847" y="28126384"/>
          <a:ext cx="6830268" cy="3779520"/>
        </p:xfrm>
        <a:graphic>
          <a:graphicData uri="http://schemas.openxmlformats.org/drawingml/2006/table">
            <a:tbl>
              <a:tblPr firstRow="1" bandRow="1">
                <a:tableStyleId>{5C22544A-7EE6-4342-B048-85BDC9FD1C3A}</a:tableStyleId>
              </a:tblPr>
              <a:tblGrid>
                <a:gridCol w="2276756">
                  <a:extLst>
                    <a:ext uri="{9D8B030D-6E8A-4147-A177-3AD203B41FA5}">
                      <a16:colId xmlns:a16="http://schemas.microsoft.com/office/drawing/2014/main" val="3765964210"/>
                    </a:ext>
                  </a:extLst>
                </a:gridCol>
                <a:gridCol w="2276756">
                  <a:extLst>
                    <a:ext uri="{9D8B030D-6E8A-4147-A177-3AD203B41FA5}">
                      <a16:colId xmlns:a16="http://schemas.microsoft.com/office/drawing/2014/main" val="310649299"/>
                    </a:ext>
                  </a:extLst>
                </a:gridCol>
                <a:gridCol w="2276756">
                  <a:extLst>
                    <a:ext uri="{9D8B030D-6E8A-4147-A177-3AD203B41FA5}">
                      <a16:colId xmlns:a16="http://schemas.microsoft.com/office/drawing/2014/main" val="1526570758"/>
                    </a:ext>
                  </a:extLst>
                </a:gridCol>
              </a:tblGrid>
              <a:tr h="357582">
                <a:tc>
                  <a:txBody>
                    <a:bodyPr/>
                    <a:lstStyle/>
                    <a:p>
                      <a:pPr algn="ctr"/>
                      <a:r>
                        <a:rPr lang="en-US" sz="2000" dirty="0"/>
                        <a:t>Parameter</a:t>
                      </a:r>
                    </a:p>
                  </a:txBody>
                  <a:tcPr/>
                </a:tc>
                <a:tc>
                  <a:txBody>
                    <a:bodyPr/>
                    <a:lstStyle/>
                    <a:p>
                      <a:pPr algn="ctr"/>
                      <a:r>
                        <a:rPr lang="en-US" sz="2000" dirty="0"/>
                        <a:t>Minimum</a:t>
                      </a:r>
                    </a:p>
                  </a:txBody>
                  <a:tcPr/>
                </a:tc>
                <a:tc>
                  <a:txBody>
                    <a:bodyPr/>
                    <a:lstStyle/>
                    <a:p>
                      <a:pPr algn="ctr"/>
                      <a:r>
                        <a:rPr lang="en-US" sz="2000" dirty="0"/>
                        <a:t>Maximum</a:t>
                      </a:r>
                    </a:p>
                  </a:txBody>
                  <a:tcPr/>
                </a:tc>
                <a:extLst>
                  <a:ext uri="{0D108BD9-81ED-4DB2-BD59-A6C34878D82A}">
                    <a16:rowId xmlns:a16="http://schemas.microsoft.com/office/drawing/2014/main" val="1032834480"/>
                  </a:ext>
                </a:extLst>
              </a:tr>
              <a:tr h="357582">
                <a:tc>
                  <a:txBody>
                    <a:bodyPr/>
                    <a:lstStyle/>
                    <a:p>
                      <a:pPr algn="ctr"/>
                      <a:r>
                        <a:rPr lang="en-US" sz="2000" dirty="0"/>
                        <a:t>Total power (W)</a:t>
                      </a:r>
                    </a:p>
                  </a:txBody>
                  <a:tcPr/>
                </a:tc>
                <a:tc>
                  <a:txBody>
                    <a:bodyPr/>
                    <a:lstStyle/>
                    <a:p>
                      <a:pPr algn="ctr"/>
                      <a:r>
                        <a:rPr lang="en-US" sz="2000" dirty="0"/>
                        <a:t>637</a:t>
                      </a:r>
                    </a:p>
                  </a:txBody>
                  <a:tcPr/>
                </a:tc>
                <a:tc>
                  <a:txBody>
                    <a:bodyPr/>
                    <a:lstStyle/>
                    <a:p>
                      <a:pPr algn="ctr"/>
                      <a:r>
                        <a:rPr lang="en-US" sz="2000" dirty="0"/>
                        <a:t>6834</a:t>
                      </a:r>
                    </a:p>
                  </a:txBody>
                  <a:tcPr/>
                </a:tc>
                <a:extLst>
                  <a:ext uri="{0D108BD9-81ED-4DB2-BD59-A6C34878D82A}">
                    <a16:rowId xmlns:a16="http://schemas.microsoft.com/office/drawing/2014/main" val="89323577"/>
                  </a:ext>
                </a:extLst>
              </a:tr>
              <a:tr h="357582">
                <a:tc>
                  <a:txBody>
                    <a:bodyPr/>
                    <a:lstStyle/>
                    <a:p>
                      <a:pPr algn="ctr"/>
                      <a:r>
                        <a:rPr lang="en-US" sz="2000" dirty="0"/>
                        <a:t>18 GHz (W)</a:t>
                      </a:r>
                    </a:p>
                  </a:txBody>
                  <a:tcPr/>
                </a:tc>
                <a:tc>
                  <a:txBody>
                    <a:bodyPr/>
                    <a:lstStyle/>
                    <a:p>
                      <a:pPr algn="ctr"/>
                      <a:r>
                        <a:rPr lang="en-US" sz="2000" dirty="0"/>
                        <a:t>0</a:t>
                      </a:r>
                    </a:p>
                  </a:txBody>
                  <a:tcPr/>
                </a:tc>
                <a:tc>
                  <a:txBody>
                    <a:bodyPr/>
                    <a:lstStyle/>
                    <a:p>
                      <a:pPr algn="ctr"/>
                      <a:r>
                        <a:rPr lang="en-US" sz="2000" dirty="0"/>
                        <a:t>1773</a:t>
                      </a:r>
                    </a:p>
                  </a:txBody>
                  <a:tcPr/>
                </a:tc>
                <a:extLst>
                  <a:ext uri="{0D108BD9-81ED-4DB2-BD59-A6C34878D82A}">
                    <a16:rowId xmlns:a16="http://schemas.microsoft.com/office/drawing/2014/main" val="4210842152"/>
                  </a:ext>
                </a:extLst>
              </a:tr>
              <a:tr h="357582">
                <a:tc>
                  <a:txBody>
                    <a:bodyPr/>
                    <a:lstStyle/>
                    <a:p>
                      <a:pPr algn="ctr"/>
                      <a:r>
                        <a:rPr lang="en-US" sz="2000" dirty="0"/>
                        <a:t>28 GHz (W)</a:t>
                      </a:r>
                    </a:p>
                  </a:txBody>
                  <a:tcPr/>
                </a:tc>
                <a:tc>
                  <a:txBody>
                    <a:bodyPr/>
                    <a:lstStyle/>
                    <a:p>
                      <a:pPr algn="ctr"/>
                      <a:r>
                        <a:rPr lang="en-US" sz="2000" dirty="0"/>
                        <a:t>0</a:t>
                      </a:r>
                    </a:p>
                  </a:txBody>
                  <a:tcPr/>
                </a:tc>
                <a:tc>
                  <a:txBody>
                    <a:bodyPr/>
                    <a:lstStyle/>
                    <a:p>
                      <a:pPr algn="ctr"/>
                      <a:r>
                        <a:rPr lang="en-US" sz="2000" dirty="0"/>
                        <a:t>5699</a:t>
                      </a:r>
                    </a:p>
                  </a:txBody>
                  <a:tcPr/>
                </a:tc>
                <a:extLst>
                  <a:ext uri="{0D108BD9-81ED-4DB2-BD59-A6C34878D82A}">
                    <a16:rowId xmlns:a16="http://schemas.microsoft.com/office/drawing/2014/main" val="1367143481"/>
                  </a:ext>
                </a:extLst>
              </a:tr>
              <a:tr h="652060">
                <a:tc>
                  <a:txBody>
                    <a:bodyPr/>
                    <a:lstStyle/>
                    <a:p>
                      <a:pPr algn="ctr"/>
                      <a:r>
                        <a:rPr lang="en-US" sz="2000" dirty="0"/>
                        <a:t>Injection pressure (</a:t>
                      </a:r>
                      <a:r>
                        <a:rPr lang="en-US" sz="2000" dirty="0" err="1"/>
                        <a:t>uTorr</a:t>
                      </a:r>
                      <a:r>
                        <a:rPr lang="en-US" sz="2000" dirty="0"/>
                        <a:t>)</a:t>
                      </a:r>
                    </a:p>
                  </a:txBody>
                  <a:tcPr/>
                </a:tc>
                <a:tc>
                  <a:txBody>
                    <a:bodyPr/>
                    <a:lstStyle/>
                    <a:p>
                      <a:pPr algn="ctr"/>
                      <a:r>
                        <a:rPr lang="en-US" sz="2000" dirty="0"/>
                        <a:t>0.0534</a:t>
                      </a:r>
                    </a:p>
                  </a:txBody>
                  <a:tcPr/>
                </a:tc>
                <a:tc>
                  <a:txBody>
                    <a:bodyPr/>
                    <a:lstStyle/>
                    <a:p>
                      <a:pPr algn="ctr"/>
                      <a:r>
                        <a:rPr lang="en-US" sz="2000" dirty="0"/>
                        <a:t>0.099</a:t>
                      </a:r>
                    </a:p>
                  </a:txBody>
                  <a:tcPr/>
                </a:tc>
                <a:extLst>
                  <a:ext uri="{0D108BD9-81ED-4DB2-BD59-A6C34878D82A}">
                    <a16:rowId xmlns:a16="http://schemas.microsoft.com/office/drawing/2014/main" val="2652827988"/>
                  </a:ext>
                </a:extLst>
              </a:tr>
              <a:tr h="357582">
                <a:tc>
                  <a:txBody>
                    <a:bodyPr/>
                    <a:lstStyle/>
                    <a:p>
                      <a:pPr algn="ctr"/>
                      <a:r>
                        <a:rPr lang="en-US" sz="2000" dirty="0"/>
                        <a:t>Bias voltage (V)</a:t>
                      </a:r>
                    </a:p>
                  </a:txBody>
                  <a:tcPr/>
                </a:tc>
                <a:tc>
                  <a:txBody>
                    <a:bodyPr/>
                    <a:lstStyle/>
                    <a:p>
                      <a:pPr algn="ctr"/>
                      <a:r>
                        <a:rPr lang="en-US" sz="2000" dirty="0"/>
                        <a:t>20</a:t>
                      </a:r>
                    </a:p>
                  </a:txBody>
                  <a:tcPr/>
                </a:tc>
                <a:tc>
                  <a:txBody>
                    <a:bodyPr/>
                    <a:lstStyle/>
                    <a:p>
                      <a:pPr algn="ctr"/>
                      <a:r>
                        <a:rPr lang="en-US" sz="2000" dirty="0"/>
                        <a:t>38</a:t>
                      </a:r>
                    </a:p>
                  </a:txBody>
                  <a:tcPr/>
                </a:tc>
                <a:extLst>
                  <a:ext uri="{0D108BD9-81ED-4DB2-BD59-A6C34878D82A}">
                    <a16:rowId xmlns:a16="http://schemas.microsoft.com/office/drawing/2014/main" val="3067401719"/>
                  </a:ext>
                </a:extLst>
              </a:tr>
              <a:tr h="357582">
                <a:tc>
                  <a:txBody>
                    <a:bodyPr/>
                    <a:lstStyle/>
                    <a:p>
                      <a:pPr algn="ctr"/>
                      <a:r>
                        <a:rPr lang="en-US" sz="2000" dirty="0"/>
                        <a:t>Bias current (I)</a:t>
                      </a:r>
                    </a:p>
                  </a:txBody>
                  <a:tcPr/>
                </a:tc>
                <a:tc>
                  <a:txBody>
                    <a:bodyPr/>
                    <a:lstStyle/>
                    <a:p>
                      <a:pPr algn="ctr"/>
                      <a:r>
                        <a:rPr lang="en-US" sz="2000" dirty="0"/>
                        <a:t>0.97</a:t>
                      </a:r>
                    </a:p>
                  </a:txBody>
                  <a:tcPr/>
                </a:tc>
                <a:tc>
                  <a:txBody>
                    <a:bodyPr/>
                    <a:lstStyle/>
                    <a:p>
                      <a:pPr algn="ctr"/>
                      <a:r>
                        <a:rPr lang="en-US" sz="2000" dirty="0"/>
                        <a:t>3.35</a:t>
                      </a:r>
                    </a:p>
                  </a:txBody>
                  <a:tcPr/>
                </a:tc>
                <a:extLst>
                  <a:ext uri="{0D108BD9-81ED-4DB2-BD59-A6C34878D82A}">
                    <a16:rowId xmlns:a16="http://schemas.microsoft.com/office/drawing/2014/main" val="4043792004"/>
                  </a:ext>
                </a:extLst>
              </a:tr>
              <a:tr h="652060">
                <a:tc>
                  <a:txBody>
                    <a:bodyPr/>
                    <a:lstStyle/>
                    <a:p>
                      <a:pPr algn="ctr"/>
                      <a:r>
                        <a:rPr lang="en-US" sz="2000" dirty="0"/>
                        <a:t>O6+ beam current (</a:t>
                      </a:r>
                      <a:r>
                        <a:rPr lang="en-US" sz="2000" dirty="0" err="1"/>
                        <a:t>uA</a:t>
                      </a:r>
                      <a:r>
                        <a:rPr lang="en-US" sz="2000" dirty="0"/>
                        <a:t>)</a:t>
                      </a:r>
                    </a:p>
                  </a:txBody>
                  <a:tcPr/>
                </a:tc>
                <a:tc>
                  <a:txBody>
                    <a:bodyPr/>
                    <a:lstStyle/>
                    <a:p>
                      <a:pPr algn="ctr"/>
                      <a:r>
                        <a:rPr lang="en-US" sz="2000" dirty="0"/>
                        <a:t>86.7</a:t>
                      </a:r>
                    </a:p>
                  </a:txBody>
                  <a:tcPr/>
                </a:tc>
                <a:tc>
                  <a:txBody>
                    <a:bodyPr/>
                    <a:lstStyle/>
                    <a:p>
                      <a:pPr algn="ctr"/>
                      <a:r>
                        <a:rPr lang="en-US" sz="2000" dirty="0"/>
                        <a:t>314.2</a:t>
                      </a:r>
                    </a:p>
                  </a:txBody>
                  <a:tcPr/>
                </a:tc>
                <a:extLst>
                  <a:ext uri="{0D108BD9-81ED-4DB2-BD59-A6C34878D82A}">
                    <a16:rowId xmlns:a16="http://schemas.microsoft.com/office/drawing/2014/main" val="3421622309"/>
                  </a:ext>
                </a:extLst>
              </a:tr>
            </a:tbl>
          </a:graphicData>
        </a:graphic>
      </p:graphicFrame>
      <p:sp>
        <p:nvSpPr>
          <p:cNvPr id="136" name="Text Placeholder 30">
            <a:extLst>
              <a:ext uri="{FF2B5EF4-FFF2-40B4-BE49-F238E27FC236}">
                <a16:creationId xmlns:a16="http://schemas.microsoft.com/office/drawing/2014/main" id="{92BD7DD7-1366-993B-2980-17B8AA808EB1}"/>
              </a:ext>
            </a:extLst>
          </p:cNvPr>
          <p:cNvSpPr txBox="1">
            <a:spLocks/>
          </p:cNvSpPr>
          <p:nvPr/>
        </p:nvSpPr>
        <p:spPr>
          <a:xfrm>
            <a:off x="16894496" y="25536747"/>
            <a:ext cx="6908973" cy="2231358"/>
          </a:xfrm>
          <a:prstGeom prst="rect">
            <a:avLst/>
          </a:prstGeom>
        </p:spPr>
        <p:txBody>
          <a:bodyPr wrap="square" lIns="228589" tIns="228589" rIns="228589" bIns="228589">
            <a:spAutoFit/>
          </a:bodyPr>
          <a:lstStyle>
            <a:lvl1pPr marL="342883" indent="-342883" algn="l" defTabSz="4387850" rtl="0" eaLnBrk="0" fontAlgn="base" hangingPunct="0">
              <a:spcBef>
                <a:spcPct val="20000"/>
              </a:spcBef>
              <a:spcAft>
                <a:spcPct val="0"/>
              </a:spcAft>
              <a:buFont typeface="Arial" charset="0"/>
              <a:buNone/>
              <a:defRPr sz="2400" kern="1200">
                <a:solidFill>
                  <a:srgbClr val="00313C"/>
                </a:solidFill>
                <a:latin typeface="+mn-lt"/>
                <a:ea typeface="ＭＳ Ｐゴシック" charset="-128"/>
                <a:cs typeface="ＭＳ Ｐゴシック" charset="-128"/>
              </a:defRPr>
            </a:lvl1pPr>
            <a:lvl2pPr marL="1485825" indent="-571471" algn="l" defTabSz="4387850" rtl="0" eaLnBrk="0" fontAlgn="base" hangingPunct="0">
              <a:spcBef>
                <a:spcPct val="20000"/>
              </a:spcBef>
              <a:spcAft>
                <a:spcPct val="0"/>
              </a:spcAft>
              <a:buFont typeface="Arial" charset="0"/>
              <a:buChar char="–"/>
              <a:defRPr sz="2500" kern="1200">
                <a:solidFill>
                  <a:schemeClr val="tx1"/>
                </a:solidFill>
                <a:latin typeface="Trebuchet MS" pitchFamily="34" charset="0"/>
                <a:ea typeface="ＭＳ Ｐゴシック" charset="-128"/>
                <a:cs typeface="+mn-cs"/>
              </a:defRPr>
            </a:lvl2pPr>
            <a:lvl3pPr marL="2057297" indent="-571471" algn="l" defTabSz="4387850" rtl="0" eaLnBrk="0" fontAlgn="base" hangingPunct="0">
              <a:spcBef>
                <a:spcPct val="20000"/>
              </a:spcBef>
              <a:spcAft>
                <a:spcPct val="0"/>
              </a:spcAft>
              <a:buFont typeface="Arial" charset="0"/>
              <a:buChar char="•"/>
              <a:defRPr sz="2500" kern="1200">
                <a:solidFill>
                  <a:schemeClr val="tx1"/>
                </a:solidFill>
                <a:latin typeface="Trebuchet MS" pitchFamily="34" charset="0"/>
                <a:ea typeface="ＭＳ Ｐゴシック" charset="-128"/>
                <a:cs typeface="+mn-cs"/>
              </a:defRPr>
            </a:lvl3pPr>
            <a:lvl4pPr marL="2685916" indent="-628619" algn="l" defTabSz="4387850" rtl="0" eaLnBrk="0" fontAlgn="base" hangingPunct="0">
              <a:spcBef>
                <a:spcPct val="20000"/>
              </a:spcBef>
              <a:spcAft>
                <a:spcPct val="0"/>
              </a:spcAft>
              <a:buFont typeface="Arial" charset="0"/>
              <a:buChar char="–"/>
              <a:defRPr sz="2500" kern="1200">
                <a:solidFill>
                  <a:schemeClr val="tx1"/>
                </a:solidFill>
                <a:latin typeface="Trebuchet MS" pitchFamily="34" charset="0"/>
                <a:ea typeface="ＭＳ Ｐゴシック" charset="-128"/>
                <a:cs typeface="+mn-cs"/>
              </a:defRPr>
            </a:lvl4pPr>
            <a:lvl5pPr marL="3143093" indent="-457177" algn="l" defTabSz="4387850" rtl="0" eaLnBrk="0" fontAlgn="base" hangingPunct="0">
              <a:spcBef>
                <a:spcPct val="20000"/>
              </a:spcBef>
              <a:spcAft>
                <a:spcPct val="0"/>
              </a:spcAft>
              <a:buFont typeface="Arial" charset="0"/>
              <a:buChar char="»"/>
              <a:defRPr sz="2500" kern="1200">
                <a:solidFill>
                  <a:schemeClr val="tx1"/>
                </a:solidFill>
                <a:latin typeface="Trebuchet MS" pitchFamily="34" charset="0"/>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1588" algn="just"/>
            <a:r>
              <a:rPr lang="en-US" sz="2300" dirty="0"/>
              <a:t>Figure 6: Fraction of total oxygen beam current versus charge state, as a function of total power. It appears that more total power does shift the charge state distribution towards higher charge states, again with the O6+ being favored.</a:t>
            </a:r>
          </a:p>
        </p:txBody>
      </p:sp>
      <p:sp>
        <p:nvSpPr>
          <p:cNvPr id="2" name="TextBox 1">
            <a:extLst>
              <a:ext uri="{FF2B5EF4-FFF2-40B4-BE49-F238E27FC236}">
                <a16:creationId xmlns:a16="http://schemas.microsoft.com/office/drawing/2014/main" id="{756D741E-1E2A-F0B4-B2CE-1DE0D3E8BEF7}"/>
              </a:ext>
            </a:extLst>
          </p:cNvPr>
          <p:cNvSpPr txBox="1"/>
          <p:nvPr/>
        </p:nvSpPr>
        <p:spPr>
          <a:xfrm>
            <a:off x="16734769" y="32366622"/>
            <a:ext cx="7228425" cy="446276"/>
          </a:xfrm>
          <a:prstGeom prst="rect">
            <a:avLst/>
          </a:prstGeom>
          <a:noFill/>
        </p:spPr>
        <p:txBody>
          <a:bodyPr wrap="square" rtlCol="0">
            <a:spAutoFit/>
          </a:bodyPr>
          <a:lstStyle/>
          <a:p>
            <a:pPr algn="ctr"/>
            <a:r>
              <a:rPr lang="en-US" sz="2300" dirty="0"/>
              <a:t>Table 1: Main parameter ranges.</a:t>
            </a:r>
          </a:p>
        </p:txBody>
      </p:sp>
    </p:spTree>
  </p:cSld>
  <p:clrMapOvr>
    <a:masterClrMapping/>
  </p:clrMapOvr>
</p:sld>
</file>

<file path=ppt/theme/theme1.xml><?xml version="1.0" encoding="utf-8"?>
<a:theme xmlns:a="http://schemas.openxmlformats.org/drawingml/2006/main" name="LBNL 4-Column Teal V Poster ">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lIns="182880" tIns="228600" rIns="182880" bIns="228600" rtlCol="0">
        <a:spAutoFit/>
      </a:bodyPr>
      <a:lstStyle>
        <a:defPPr>
          <a:spcBef>
            <a:spcPts val="576"/>
          </a:spcBef>
          <a:defRPr sz="2400" dirty="0" smtClean="0"/>
        </a:defPPr>
      </a:lstStyle>
    </a:txDef>
  </a:objectDefaults>
  <a:extraClrSchemeLst/>
  <a:extLst>
    <a:ext uri="{05A4C25C-085E-4340-85A3-A5531E510DB2}">
      <thm15:themeFamily xmlns:thm15="http://schemas.microsoft.com/office/thememl/2012/main" name="LBNL_Poster_V_36x48_Template_teal" id="{FFF0BDD7-FB00-8C43-99AD-D9EA3CCE18E3}" vid="{B336E2C7-40DC-C847-A14C-1B089C6E5D53}"/>
    </a:ext>
  </a:extLst>
</a:theme>
</file>

<file path=ppt/theme/theme2.xml><?xml version="1.0" encoding="utf-8"?>
<a:theme xmlns:a="http://schemas.openxmlformats.org/drawingml/2006/main" name="LBNL 3-Column Teal V Poster ">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BNL_Poster_V_36x48_Template_teal" id="{FFF0BDD7-FB00-8C43-99AD-D9EA3CCE18E3}" vid="{CC93FB4E-1284-1941-8A0B-17259C7EB98C}"/>
    </a:ext>
  </a:extLst>
</a:theme>
</file>

<file path=ppt/theme/theme3.xml><?xml version="1.0" encoding="utf-8"?>
<a:theme xmlns:a="http://schemas.openxmlformats.org/drawingml/2006/main" name="LBNL Wide-Center Teal V Poster ">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BNL_Poster_V_36x48_Template_teal" id="{FFF0BDD7-FB00-8C43-99AD-D9EA3CCE18E3}" vid="{D8189515-1EFB-BB41-B69D-227CB646ED30}"/>
    </a:ext>
  </a:extLst>
</a:theme>
</file>

<file path=ppt/theme/theme4.xml><?xml version="1.0" encoding="utf-8"?>
<a:theme xmlns:a="http://schemas.openxmlformats.org/drawingml/2006/main" name="LBNL Right-Highlight Teal V Poster">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wrap="square" lIns="228589" tIns="228589" rIns="228589" bIns="228589">
        <a:spAutoFit/>
      </a:bodyPr>
      <a:lstStyle>
        <a:defPPr marL="342883" marR="0" indent="-342883" algn="l" defTabSz="4388900" rtl="0" eaLnBrk="1" fontAlgn="auto" latinLnBrk="0" hangingPunct="1">
          <a:lnSpc>
            <a:spcPct val="100000"/>
          </a:lnSpc>
          <a:spcBef>
            <a:spcPct val="20000"/>
          </a:spcBef>
          <a:spcAft>
            <a:spcPts val="0"/>
          </a:spcAft>
          <a:buClrTx/>
          <a:buSzTx/>
          <a:buFont typeface="Arial" pitchFamily="34" charset="0"/>
          <a:buNone/>
          <a:tabLst/>
          <a:defRPr kumimoji="0" sz="2400" b="0" i="0" u="none" strike="noStrike" kern="1200" cap="none" spc="0" normalizeH="0" baseline="0" noProof="0" smtClean="0">
            <a:ln>
              <a:noFill/>
            </a:ln>
            <a:solidFill>
              <a:schemeClr val="tx1"/>
            </a:solidFill>
            <a:effectLst/>
            <a:uLnTx/>
            <a:uFillTx/>
            <a:latin typeface="+mn-lt"/>
            <a:ea typeface="+mn-ea"/>
            <a:cs typeface="+mn-cs"/>
          </a:defRPr>
        </a:defPPr>
      </a:lstStyle>
    </a:txDef>
  </a:objectDefaults>
  <a:extraClrSchemeLst/>
  <a:extLst>
    <a:ext uri="{05A4C25C-085E-4340-85A3-A5531E510DB2}">
      <thm15:themeFamily xmlns:thm15="http://schemas.microsoft.com/office/thememl/2012/main" name="LBNL_Poster_V_36x48_Template_teal" id="{FFF0BDD7-FB00-8C43-99AD-D9EA3CCE18E3}" vid="{27F82B27-DD6D-C54C-815A-B95D79D5D51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LBNL_Poster_V_36x48_Template_teal</Template>
  <TotalTime>3174</TotalTime>
  <Words>1308</Words>
  <Application>Microsoft Office PowerPoint</Application>
  <PresentationFormat>Custom</PresentationFormat>
  <Paragraphs>129</Paragraphs>
  <Slides>1</Slides>
  <Notes>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vt:i4>
      </vt:variant>
    </vt:vector>
  </HeadingPairs>
  <TitlesOfParts>
    <vt:vector size="9" baseType="lpstr">
      <vt:lpstr>Arial</vt:lpstr>
      <vt:lpstr>Calibri</vt:lpstr>
      <vt:lpstr>Cambria Math</vt:lpstr>
      <vt:lpstr>Trebuchet MS</vt:lpstr>
      <vt:lpstr>LBNL 4-Column Teal V Poster </vt:lpstr>
      <vt:lpstr>LBNL 3-Column Teal V Poster </vt:lpstr>
      <vt:lpstr>LBNL Wide-Center Teal V Poster </vt:lpstr>
      <vt:lpstr>LBNL Right-Highlight Teal V Poster</vt:lpstr>
      <vt:lpstr>Two-Frequency Heating Phenomena at the Superconducting VENUS ECR Ion 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Nishi Intwala</dc:creator>
  <dc:description>This template is the property of PosterPresentations.com. Call us if you need help with this poster template._x000d_
1-866-649-3004           _x000d_
 (c)PosterPresentations.com</dc:description>
  <cp:lastModifiedBy>Nishi Intwala</cp:lastModifiedBy>
  <cp:revision>16</cp:revision>
  <dcterms:created xsi:type="dcterms:W3CDTF">2026-09-24T19:08:41Z</dcterms:created>
  <dcterms:modified xsi:type="dcterms:W3CDTF">2026-09-27T00:03:23Z</dcterms:modified>
</cp:coreProperties>
</file>
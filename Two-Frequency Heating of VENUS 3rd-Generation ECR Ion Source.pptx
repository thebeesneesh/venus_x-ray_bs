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slideLayouts/slideLayout2.xml" ContentType="application/vnd.openxmlformats-officedocument.presentationml.slideLayout+xml"/>
  <Override PartName="/ppt/theme/theme3.xml" ContentType="application/vnd.openxmlformats-officedocument.theme+xml"/>
  <Override PartName="/ppt/slideLayouts/slideLayout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9" r:id="rId1"/>
    <p:sldMasterId id="2147483657" r:id="rId2"/>
    <p:sldMasterId id="2147483653" r:id="rId3"/>
    <p:sldMasterId id="2147483655" r:id="rId4"/>
  </p:sldMasterIdLst>
  <p:notesMasterIdLst>
    <p:notesMasterId r:id="rId6"/>
  </p:notesMasterIdLst>
  <p:handoutMasterIdLst>
    <p:handoutMasterId r:id="rId7"/>
  </p:handoutMasterIdLst>
  <p:sldIdLst>
    <p:sldId id="288" r:id="rId5"/>
  </p:sldIdLst>
  <p:sldSz cx="30175200" cy="43891200"/>
  <p:notesSz cx="29459238" cy="41986200"/>
  <p:defaultTextStyle>
    <a:defPPr>
      <a:defRPr lang="en-US"/>
    </a:defPPr>
    <a:lvl1pPr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1pPr>
    <a:lvl2pPr marL="2193925" indent="-1736725"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2pPr>
    <a:lvl3pPr marL="4387850" indent="-3473450"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3pPr>
    <a:lvl4pPr marL="6581775" indent="-5210175"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4pPr>
    <a:lvl5pPr marL="8777288" indent="-6948488" algn="l" defTabSz="4387850" rtl="0" fontAlgn="base">
      <a:spcBef>
        <a:spcPct val="0"/>
      </a:spcBef>
      <a:spcAft>
        <a:spcPct val="0"/>
      </a:spcAft>
      <a:defRPr sz="8600" kern="1200">
        <a:solidFill>
          <a:schemeClr val="tx1"/>
        </a:solidFill>
        <a:latin typeface="Arial" charset="0"/>
        <a:ea typeface="ＭＳ Ｐゴシック" charset="0"/>
        <a:cs typeface="ＭＳ Ｐゴシック" charset="0"/>
      </a:defRPr>
    </a:lvl5pPr>
    <a:lvl6pPr marL="2286000" algn="l" defTabSz="457200" rtl="0" eaLnBrk="1" latinLnBrk="0" hangingPunct="1">
      <a:defRPr sz="8600" kern="1200">
        <a:solidFill>
          <a:schemeClr val="tx1"/>
        </a:solidFill>
        <a:latin typeface="Arial" charset="0"/>
        <a:ea typeface="ＭＳ Ｐゴシック" charset="0"/>
        <a:cs typeface="ＭＳ Ｐゴシック" charset="0"/>
      </a:defRPr>
    </a:lvl6pPr>
    <a:lvl7pPr marL="2743200" algn="l" defTabSz="457200" rtl="0" eaLnBrk="1" latinLnBrk="0" hangingPunct="1">
      <a:defRPr sz="8600" kern="1200">
        <a:solidFill>
          <a:schemeClr val="tx1"/>
        </a:solidFill>
        <a:latin typeface="Arial" charset="0"/>
        <a:ea typeface="ＭＳ Ｐゴシック" charset="0"/>
        <a:cs typeface="ＭＳ Ｐゴシック" charset="0"/>
      </a:defRPr>
    </a:lvl7pPr>
    <a:lvl8pPr marL="3200400" algn="l" defTabSz="457200" rtl="0" eaLnBrk="1" latinLnBrk="0" hangingPunct="1">
      <a:defRPr sz="8600" kern="1200">
        <a:solidFill>
          <a:schemeClr val="tx1"/>
        </a:solidFill>
        <a:latin typeface="Arial" charset="0"/>
        <a:ea typeface="ＭＳ Ｐゴシック" charset="0"/>
        <a:cs typeface="ＭＳ Ｐゴシック" charset="0"/>
      </a:defRPr>
    </a:lvl8pPr>
    <a:lvl9pPr marL="3657600" algn="l" defTabSz="457200" rtl="0" eaLnBrk="1" latinLnBrk="0" hangingPunct="1">
      <a:defRPr sz="86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3" orient="horz" pos="13824" userDrawn="1">
          <p15:clr>
            <a:srgbClr val="A4A3A4"/>
          </p15:clr>
        </p15:guide>
        <p15:guide id="9" pos="9504" userDrawn="1">
          <p15:clr>
            <a:srgbClr val="A4A3A4"/>
          </p15:clr>
        </p15:guide>
        <p15:guide id="10" pos="396" userDrawn="1">
          <p15:clr>
            <a:srgbClr val="A4A3A4"/>
          </p15:clr>
        </p15:guide>
        <p15:guide id="11" pos="18612" userDrawn="1">
          <p15:clr>
            <a:srgbClr val="A4A3A4"/>
          </p15:clr>
        </p15:guide>
        <p15:guide id="12" orient="horz" pos="432" userDrawn="1">
          <p15:clr>
            <a:srgbClr val="A4A3A4"/>
          </p15:clr>
        </p15:guide>
        <p15:guide id="13" orient="horz" pos="27384" userDrawn="1">
          <p15:clr>
            <a:srgbClr val="A4A3A4"/>
          </p15:clr>
        </p15:guide>
      </p15:sldGuideLst>
    </p:ext>
    <p:ext uri="{2D200454-40CA-4A62-9FC3-DE9A4176ACB9}">
      <p15:notesGuideLst xmlns:p15="http://schemas.microsoft.com/office/powerpoint/2012/main">
        <p15:guide id="1" orient="horz" pos="13226" userDrawn="1">
          <p15:clr>
            <a:srgbClr val="A4A3A4"/>
          </p15:clr>
        </p15:guide>
        <p15:guide id="2" pos="928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13C"/>
    <a:srgbClr val="00395A"/>
    <a:srgbClr val="1D4980"/>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95" autoAdjust="0"/>
    <p:restoredTop sz="86425" autoAdjust="0"/>
  </p:normalViewPr>
  <p:slideViewPr>
    <p:cSldViewPr snapToGrid="0" snapToObjects="1" showGuides="1">
      <p:cViewPr>
        <p:scale>
          <a:sx n="25" d="100"/>
          <a:sy n="25" d="100"/>
        </p:scale>
        <p:origin x="4230" y="18"/>
      </p:cViewPr>
      <p:guideLst>
        <p:guide orient="horz" pos="13824"/>
        <p:guide pos="9504"/>
        <p:guide pos="396"/>
        <p:guide pos="18612"/>
        <p:guide orient="horz" pos="432"/>
        <p:guide orient="horz" pos="27384"/>
      </p:guideLst>
    </p:cSldViewPr>
  </p:slideViewPr>
  <p:outlineViewPr>
    <p:cViewPr>
      <p:scale>
        <a:sx n="66" d="100"/>
        <a:sy n="66" d="100"/>
      </p:scale>
      <p:origin x="0" y="-1275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26" d="100"/>
          <a:sy n="26" d="100"/>
        </p:scale>
        <p:origin x="7872" y="192"/>
      </p:cViewPr>
      <p:guideLst>
        <p:guide orient="horz" pos="13226"/>
        <p:guide pos="928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12765669" cy="2099310"/>
          </a:xfrm>
          <a:prstGeom prst="rect">
            <a:avLst/>
          </a:prstGeom>
        </p:spPr>
        <p:txBody>
          <a:bodyPr vert="horz" wrap="square" lIns="408248" tIns="204124" rIns="408248" bIns="204124" numCol="1" anchor="t" anchorCtr="0" compatLnSpc="1">
            <a:prstTxWarp prst="textNoShape">
              <a:avLst/>
            </a:prstTxWarp>
          </a:bodyPr>
          <a:lstStyle>
            <a:lvl1pPr>
              <a:defRPr sz="5300">
                <a:latin typeface="Calibri" charset="0"/>
              </a:defRPr>
            </a:lvl1pPr>
          </a:lstStyle>
          <a:p>
            <a:pPr>
              <a:defRPr/>
            </a:pPr>
            <a:endParaRPr lang="en-US"/>
          </a:p>
        </p:txBody>
      </p:sp>
      <p:sp>
        <p:nvSpPr>
          <p:cNvPr id="3" name="Date Placeholder 2"/>
          <p:cNvSpPr>
            <a:spLocks noGrp="1"/>
          </p:cNvSpPr>
          <p:nvPr>
            <p:ph type="dt" sz="quarter" idx="1"/>
          </p:nvPr>
        </p:nvSpPr>
        <p:spPr>
          <a:xfrm>
            <a:off x="16686756" y="0"/>
            <a:ext cx="12765669" cy="2099310"/>
          </a:xfrm>
          <a:prstGeom prst="rect">
            <a:avLst/>
          </a:prstGeom>
        </p:spPr>
        <p:txBody>
          <a:bodyPr vert="horz" wrap="square" lIns="408248" tIns="204124" rIns="408248" bIns="204124" numCol="1" anchor="t" anchorCtr="0" compatLnSpc="1">
            <a:prstTxWarp prst="textNoShape">
              <a:avLst/>
            </a:prstTxWarp>
          </a:bodyPr>
          <a:lstStyle>
            <a:lvl1pPr algn="r">
              <a:defRPr sz="5300">
                <a:latin typeface="Calibri" charset="0"/>
              </a:defRPr>
            </a:lvl1pPr>
          </a:lstStyle>
          <a:p>
            <a:pPr>
              <a:defRPr/>
            </a:pPr>
            <a:fld id="{F1117959-E873-E046-B0CC-5CAA5B9C11E0}" type="datetime1">
              <a:rPr lang="en-US"/>
              <a:pPr>
                <a:defRPr/>
              </a:pPr>
              <a:t>9/23/2026</a:t>
            </a:fld>
            <a:endParaRPr lang="en-US"/>
          </a:p>
        </p:txBody>
      </p:sp>
      <p:sp>
        <p:nvSpPr>
          <p:cNvPr id="4" name="Footer Placeholder 3"/>
          <p:cNvSpPr>
            <a:spLocks noGrp="1"/>
          </p:cNvSpPr>
          <p:nvPr>
            <p:ph type="ftr" sz="quarter" idx="2"/>
          </p:nvPr>
        </p:nvSpPr>
        <p:spPr>
          <a:xfrm>
            <a:off x="2" y="39879602"/>
            <a:ext cx="12765669" cy="2099310"/>
          </a:xfrm>
          <a:prstGeom prst="rect">
            <a:avLst/>
          </a:prstGeom>
        </p:spPr>
        <p:txBody>
          <a:bodyPr vert="horz" wrap="square" lIns="408248" tIns="204124" rIns="408248" bIns="204124" numCol="1" anchor="b" anchorCtr="0" compatLnSpc="1">
            <a:prstTxWarp prst="textNoShape">
              <a:avLst/>
            </a:prstTxWarp>
          </a:bodyPr>
          <a:lstStyle>
            <a:lvl1pPr>
              <a:defRPr sz="5300">
                <a:latin typeface="Calibri" charset="0"/>
              </a:defRPr>
            </a:lvl1pPr>
          </a:lstStyle>
          <a:p>
            <a:pPr>
              <a:defRPr/>
            </a:pPr>
            <a:endParaRPr lang="en-US"/>
          </a:p>
        </p:txBody>
      </p:sp>
      <p:sp>
        <p:nvSpPr>
          <p:cNvPr id="5" name="Slide Number Placeholder 4"/>
          <p:cNvSpPr>
            <a:spLocks noGrp="1"/>
          </p:cNvSpPr>
          <p:nvPr>
            <p:ph type="sldNum" sz="quarter" idx="3"/>
          </p:nvPr>
        </p:nvSpPr>
        <p:spPr>
          <a:xfrm>
            <a:off x="16686756" y="39879602"/>
            <a:ext cx="12765669" cy="2099310"/>
          </a:xfrm>
          <a:prstGeom prst="rect">
            <a:avLst/>
          </a:prstGeom>
        </p:spPr>
        <p:txBody>
          <a:bodyPr vert="horz" wrap="square" lIns="408248" tIns="204124" rIns="408248" bIns="204124" numCol="1" anchor="b" anchorCtr="0" compatLnSpc="1">
            <a:prstTxWarp prst="textNoShape">
              <a:avLst/>
            </a:prstTxWarp>
          </a:bodyPr>
          <a:lstStyle>
            <a:lvl1pPr algn="r">
              <a:defRPr sz="5300">
                <a:latin typeface="Calibri" charset="0"/>
              </a:defRPr>
            </a:lvl1pPr>
          </a:lstStyle>
          <a:p>
            <a:pPr>
              <a:defRPr/>
            </a:pPr>
            <a:fld id="{5B2B9BF9-B4C6-AF47-9CDA-28FAE34CEB54}" type="slidenum">
              <a:rPr lang="en-US"/>
              <a:pPr>
                <a:defRPr/>
              </a:pPr>
              <a:t>‹#›</a:t>
            </a:fld>
            <a:endParaRPr lang="en-US"/>
          </a:p>
        </p:txBody>
      </p:sp>
    </p:spTree>
    <p:extLst>
      <p:ext uri="{BB962C8B-B14F-4D97-AF65-F5344CB8AC3E}">
        <p14:creationId xmlns:p14="http://schemas.microsoft.com/office/powerpoint/2010/main" val="1031709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12765669" cy="2099310"/>
          </a:xfrm>
          <a:prstGeom prst="rect">
            <a:avLst/>
          </a:prstGeom>
        </p:spPr>
        <p:txBody>
          <a:bodyPr vert="horz" wrap="square" lIns="408248" tIns="204124" rIns="408248" bIns="204124" numCol="1" anchor="t" anchorCtr="0" compatLnSpc="1">
            <a:prstTxWarp prst="textNoShape">
              <a:avLst/>
            </a:prstTxWarp>
          </a:bodyPr>
          <a:lstStyle>
            <a:lvl1pPr>
              <a:defRPr sz="5300">
                <a:latin typeface="Calibri" charset="0"/>
              </a:defRPr>
            </a:lvl1pPr>
          </a:lstStyle>
          <a:p>
            <a:pPr>
              <a:defRPr/>
            </a:pPr>
            <a:endParaRPr lang="en-US"/>
          </a:p>
        </p:txBody>
      </p:sp>
      <p:sp>
        <p:nvSpPr>
          <p:cNvPr id="3" name="Date Placeholder 2"/>
          <p:cNvSpPr>
            <a:spLocks noGrp="1"/>
          </p:cNvSpPr>
          <p:nvPr>
            <p:ph type="dt" idx="1"/>
          </p:nvPr>
        </p:nvSpPr>
        <p:spPr>
          <a:xfrm>
            <a:off x="16686756" y="0"/>
            <a:ext cx="12765669" cy="2099310"/>
          </a:xfrm>
          <a:prstGeom prst="rect">
            <a:avLst/>
          </a:prstGeom>
        </p:spPr>
        <p:txBody>
          <a:bodyPr vert="horz" wrap="square" lIns="408248" tIns="204124" rIns="408248" bIns="204124" numCol="1" anchor="t" anchorCtr="0" compatLnSpc="1">
            <a:prstTxWarp prst="textNoShape">
              <a:avLst/>
            </a:prstTxWarp>
          </a:bodyPr>
          <a:lstStyle>
            <a:lvl1pPr algn="r">
              <a:defRPr sz="5300">
                <a:latin typeface="Calibri" charset="0"/>
              </a:defRPr>
            </a:lvl1pPr>
          </a:lstStyle>
          <a:p>
            <a:pPr>
              <a:defRPr/>
            </a:pPr>
            <a:fld id="{DB5EF99E-7930-7944-985C-C1193D10D0E1}" type="datetime1">
              <a:rPr lang="en-US"/>
              <a:pPr>
                <a:defRPr/>
              </a:pPr>
              <a:t>9/23/2026</a:t>
            </a:fld>
            <a:endParaRPr lang="en-US"/>
          </a:p>
        </p:txBody>
      </p:sp>
      <p:sp>
        <p:nvSpPr>
          <p:cNvPr id="4" name="Slide Image Placeholder 3"/>
          <p:cNvSpPr>
            <a:spLocks noGrp="1" noRot="1" noChangeAspect="1"/>
          </p:cNvSpPr>
          <p:nvPr>
            <p:ph type="sldImg" idx="2"/>
          </p:nvPr>
        </p:nvSpPr>
        <p:spPr>
          <a:xfrm>
            <a:off x="9320213" y="3152775"/>
            <a:ext cx="10818812" cy="15738475"/>
          </a:xfrm>
          <a:prstGeom prst="rect">
            <a:avLst/>
          </a:prstGeom>
          <a:noFill/>
          <a:ln w="12700">
            <a:solidFill>
              <a:prstClr val="black"/>
            </a:solidFill>
          </a:ln>
        </p:spPr>
        <p:txBody>
          <a:bodyPr vert="horz" wrap="square" lIns="408248" tIns="204124" rIns="408248" bIns="204124"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2945925" y="19943447"/>
            <a:ext cx="23567389" cy="18893790"/>
          </a:xfrm>
          <a:prstGeom prst="rect">
            <a:avLst/>
          </a:prstGeom>
        </p:spPr>
        <p:txBody>
          <a:bodyPr vert="horz" wrap="square" lIns="408248" tIns="204124" rIns="408248" bIns="204124"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39879602"/>
            <a:ext cx="12765669" cy="2099310"/>
          </a:xfrm>
          <a:prstGeom prst="rect">
            <a:avLst/>
          </a:prstGeom>
        </p:spPr>
        <p:txBody>
          <a:bodyPr vert="horz" wrap="square" lIns="408248" tIns="204124" rIns="408248" bIns="204124" numCol="1" anchor="b" anchorCtr="0" compatLnSpc="1">
            <a:prstTxWarp prst="textNoShape">
              <a:avLst/>
            </a:prstTxWarp>
          </a:bodyPr>
          <a:lstStyle>
            <a:lvl1pPr>
              <a:defRPr sz="5300">
                <a:latin typeface="Calibri" charset="0"/>
              </a:defRPr>
            </a:lvl1pPr>
          </a:lstStyle>
          <a:p>
            <a:pPr>
              <a:defRPr/>
            </a:pPr>
            <a:endParaRPr lang="en-US"/>
          </a:p>
        </p:txBody>
      </p:sp>
      <p:sp>
        <p:nvSpPr>
          <p:cNvPr id="7" name="Slide Number Placeholder 6"/>
          <p:cNvSpPr>
            <a:spLocks noGrp="1"/>
          </p:cNvSpPr>
          <p:nvPr>
            <p:ph type="sldNum" sz="quarter" idx="5"/>
          </p:nvPr>
        </p:nvSpPr>
        <p:spPr>
          <a:xfrm>
            <a:off x="16686756" y="39879602"/>
            <a:ext cx="12765669" cy="2099310"/>
          </a:xfrm>
          <a:prstGeom prst="rect">
            <a:avLst/>
          </a:prstGeom>
        </p:spPr>
        <p:txBody>
          <a:bodyPr vert="horz" wrap="square" lIns="408248" tIns="204124" rIns="408248" bIns="204124" numCol="1" anchor="b" anchorCtr="0" compatLnSpc="1">
            <a:prstTxWarp prst="textNoShape">
              <a:avLst/>
            </a:prstTxWarp>
          </a:bodyPr>
          <a:lstStyle>
            <a:lvl1pPr algn="r">
              <a:defRPr sz="5300">
                <a:latin typeface="Calibri" charset="0"/>
              </a:defRPr>
            </a:lvl1pPr>
          </a:lstStyle>
          <a:p>
            <a:pPr>
              <a:defRPr/>
            </a:pPr>
            <a:fld id="{A8636910-0990-344C-ABD4-511097861201}" type="slidenum">
              <a:rPr lang="en-US"/>
              <a:pPr>
                <a:defRPr/>
              </a:pPr>
              <a:t>‹#›</a:t>
            </a:fld>
            <a:endParaRPr lang="en-US"/>
          </a:p>
        </p:txBody>
      </p:sp>
    </p:spTree>
    <p:extLst>
      <p:ext uri="{BB962C8B-B14F-4D97-AF65-F5344CB8AC3E}">
        <p14:creationId xmlns:p14="http://schemas.microsoft.com/office/powerpoint/2010/main" val="3186627732"/>
      </p:ext>
    </p:extLst>
  </p:cSld>
  <p:clrMap bg1="lt1" tx1="dk1" bg2="lt2" tx2="dk2" accent1="accent1" accent2="accent2" accent3="accent3" accent4="accent4" accent5="accent5" accent6="accent6" hlink="hlink" folHlink="folHlink"/>
  <p:notesStyle>
    <a:lvl1pPr algn="l" defTabSz="4387850" rtl="0" eaLnBrk="0" fontAlgn="base" hangingPunct="0">
      <a:spcBef>
        <a:spcPct val="30000"/>
      </a:spcBef>
      <a:spcAft>
        <a:spcPct val="0"/>
      </a:spcAft>
      <a:defRPr sz="5800" kern="1200">
        <a:solidFill>
          <a:schemeClr val="tx1"/>
        </a:solidFill>
        <a:latin typeface="+mn-lt"/>
        <a:ea typeface="ＭＳ Ｐゴシック" charset="-128"/>
        <a:cs typeface="ＭＳ Ｐゴシック" charset="-128"/>
      </a:defRPr>
    </a:lvl1pPr>
    <a:lvl2pPr marL="2193925"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2pPr>
    <a:lvl3pPr marL="4387850"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3pPr>
    <a:lvl4pPr marL="6581775"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4pPr>
    <a:lvl5pPr marL="8777288" algn="l" defTabSz="4387850" rtl="0" eaLnBrk="0" fontAlgn="base" hangingPunct="0">
      <a:spcBef>
        <a:spcPct val="30000"/>
      </a:spcBef>
      <a:spcAft>
        <a:spcPct val="0"/>
      </a:spcAft>
      <a:defRPr sz="5800" kern="1200">
        <a:solidFill>
          <a:schemeClr val="tx1"/>
        </a:solidFill>
        <a:latin typeface="+mn-lt"/>
        <a:ea typeface="ＭＳ Ｐゴシック" charset="-128"/>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A8636910-0990-344C-ABD4-511097861201}" type="slidenum">
              <a:rPr lang="en-US" smtClean="0"/>
              <a:pPr>
                <a:defRPr/>
              </a:pPr>
              <a:t>1</a:t>
            </a:fld>
            <a:endParaRPr lang="en-US"/>
          </a:p>
        </p:txBody>
      </p:sp>
    </p:spTree>
    <p:extLst>
      <p:ext uri="{BB962C8B-B14F-4D97-AF65-F5344CB8AC3E}">
        <p14:creationId xmlns:p14="http://schemas.microsoft.com/office/powerpoint/2010/main" val="12381253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BNL 4-Column Teal V Poster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21629" y="9193317"/>
            <a:ext cx="6914059" cy="830975"/>
          </a:xfrm>
          <a:prstGeom prst="rect">
            <a:avLst/>
          </a:prstGeom>
        </p:spPr>
        <p:txBody>
          <a:bodyPr wrap="square" lIns="228589" tIns="228589" rIns="228589" bIns="228589">
            <a:spAutoFit/>
          </a:bodyPr>
          <a:lstStyle>
            <a:lvl1pPr marL="0" indent="0">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6" name="Text Placeholder 5"/>
          <p:cNvSpPr>
            <a:spLocks noGrp="1"/>
          </p:cNvSpPr>
          <p:nvPr>
            <p:ph type="body" sz="quarter" idx="11"/>
          </p:nvPr>
        </p:nvSpPr>
        <p:spPr>
          <a:xfrm>
            <a:off x="634110" y="8029390"/>
            <a:ext cx="6908601" cy="891334"/>
          </a:xfrm>
          <a:prstGeom prst="rect">
            <a:avLst/>
          </a:prstGeom>
          <a:solidFill>
            <a:schemeClr val="accent1"/>
          </a:solidFill>
        </p:spPr>
        <p:txBody>
          <a:bodyPr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0" name="Text Placeholder 5"/>
          <p:cNvSpPr>
            <a:spLocks noGrp="1"/>
          </p:cNvSpPr>
          <p:nvPr>
            <p:ph type="body" sz="quarter" idx="20"/>
          </p:nvPr>
        </p:nvSpPr>
        <p:spPr>
          <a:xfrm>
            <a:off x="634108" y="20104470"/>
            <a:ext cx="6909693"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1"/>
          </p:nvPr>
        </p:nvSpPr>
        <p:spPr>
          <a:xfrm>
            <a:off x="7966176" y="9193317"/>
            <a:ext cx="6908601" cy="830975"/>
          </a:xfrm>
          <a:prstGeom prst="rect">
            <a:avLst/>
          </a:prstGeom>
        </p:spPr>
        <p:txBody>
          <a:bodyPr wrap="square" lIns="228589" tIns="228589" rIns="228589" bIns="228589">
            <a:spAutoFit/>
          </a:bodyPr>
          <a:lstStyle>
            <a:lvl1pPr marL="0" indent="0">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2" name="Text Placeholder 5"/>
          <p:cNvSpPr>
            <a:spLocks noGrp="1"/>
          </p:cNvSpPr>
          <p:nvPr>
            <p:ph type="body" sz="quarter" idx="22"/>
          </p:nvPr>
        </p:nvSpPr>
        <p:spPr>
          <a:xfrm>
            <a:off x="7966177" y="8029390"/>
            <a:ext cx="6908601" cy="891334"/>
          </a:xfrm>
          <a:prstGeom prst="rect">
            <a:avLst/>
          </a:prstGeom>
          <a:solidFill>
            <a:schemeClr val="accent1"/>
          </a:solidFill>
        </p:spPr>
        <p:txBody>
          <a:bodyPr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3"/>
          </p:nvPr>
        </p:nvSpPr>
        <p:spPr>
          <a:xfrm>
            <a:off x="15302608" y="9193317"/>
            <a:ext cx="6908601" cy="830975"/>
          </a:xfrm>
          <a:prstGeom prst="rect">
            <a:avLst/>
          </a:prstGeom>
        </p:spPr>
        <p:txBody>
          <a:bodyPr wrap="square" lIns="228589" tIns="228589" rIns="228589" bIns="228589">
            <a:spAutoFit/>
          </a:bodyPr>
          <a:lstStyle>
            <a:lvl1pPr marL="0" indent="0">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4" name="Text Placeholder 5"/>
          <p:cNvSpPr>
            <a:spLocks noGrp="1"/>
          </p:cNvSpPr>
          <p:nvPr>
            <p:ph type="body" sz="quarter" idx="24"/>
          </p:nvPr>
        </p:nvSpPr>
        <p:spPr>
          <a:xfrm>
            <a:off x="15297150" y="8029390"/>
            <a:ext cx="6915150" cy="891334"/>
          </a:xfrm>
          <a:prstGeom prst="rect">
            <a:avLst/>
          </a:prstGeom>
          <a:solidFill>
            <a:schemeClr val="accent1"/>
          </a:solidFill>
        </p:spPr>
        <p:txBody>
          <a:bodyPr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5"/>
          </p:nvPr>
        </p:nvSpPr>
        <p:spPr>
          <a:xfrm>
            <a:off x="22635765" y="8029390"/>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6" name="Text Placeholder 3"/>
          <p:cNvSpPr>
            <a:spLocks noGrp="1"/>
          </p:cNvSpPr>
          <p:nvPr>
            <p:ph type="body" sz="quarter" idx="26"/>
          </p:nvPr>
        </p:nvSpPr>
        <p:spPr>
          <a:xfrm>
            <a:off x="22635765" y="9193317"/>
            <a:ext cx="6907325" cy="830975"/>
          </a:xfrm>
          <a:prstGeom prst="rect">
            <a:avLst/>
          </a:prstGeom>
        </p:spPr>
        <p:txBody>
          <a:bodyPr wrap="square" lIns="228589" tIns="228589" rIns="228589" bIns="228589">
            <a:spAutoFit/>
          </a:bodyPr>
          <a:lstStyle>
            <a:lvl1pPr marL="0" indent="0">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7" name="Text Placeholder 5"/>
          <p:cNvSpPr>
            <a:spLocks noGrp="1"/>
          </p:cNvSpPr>
          <p:nvPr>
            <p:ph type="body" sz="quarter" idx="27"/>
          </p:nvPr>
        </p:nvSpPr>
        <p:spPr>
          <a:xfrm>
            <a:off x="22631853" y="20104470"/>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8" name="Text Placeholder 3"/>
          <p:cNvSpPr>
            <a:spLocks noGrp="1"/>
          </p:cNvSpPr>
          <p:nvPr>
            <p:ph type="body" sz="quarter" idx="28"/>
          </p:nvPr>
        </p:nvSpPr>
        <p:spPr>
          <a:xfrm>
            <a:off x="22637497" y="21268894"/>
            <a:ext cx="6853206" cy="830975"/>
          </a:xfrm>
          <a:prstGeom prst="rect">
            <a:avLst/>
          </a:prstGeom>
        </p:spPr>
        <p:txBody>
          <a:bodyPr wrap="square" lIns="228589" tIns="228589" rIns="228589" bIns="228589">
            <a:spAutoFit/>
          </a:bodyPr>
          <a:lstStyle>
            <a:lvl1pPr marL="0" indent="0">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9" name="Text Placeholder 5"/>
          <p:cNvSpPr>
            <a:spLocks noGrp="1"/>
          </p:cNvSpPr>
          <p:nvPr>
            <p:ph type="body" sz="quarter" idx="29"/>
          </p:nvPr>
        </p:nvSpPr>
        <p:spPr>
          <a:xfrm>
            <a:off x="22635765" y="34419348"/>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30" name="Text Placeholder 3"/>
          <p:cNvSpPr>
            <a:spLocks noGrp="1"/>
          </p:cNvSpPr>
          <p:nvPr>
            <p:ph type="body" sz="quarter" idx="30"/>
          </p:nvPr>
        </p:nvSpPr>
        <p:spPr>
          <a:xfrm>
            <a:off x="22632306" y="35603780"/>
            <a:ext cx="6910785" cy="830975"/>
          </a:xfrm>
          <a:prstGeom prst="rect">
            <a:avLst/>
          </a:prstGeom>
        </p:spPr>
        <p:txBody>
          <a:bodyPr wrap="square" lIns="228589" tIns="228589" rIns="228589" bIns="228589">
            <a:spAutoFit/>
          </a:bodyPr>
          <a:lstStyle>
            <a:lvl1pPr marL="0" indent="0">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60" name="Text Placeholder 3"/>
          <p:cNvSpPr>
            <a:spLocks noGrp="1"/>
          </p:cNvSpPr>
          <p:nvPr>
            <p:ph type="body" sz="quarter" idx="96"/>
          </p:nvPr>
        </p:nvSpPr>
        <p:spPr>
          <a:xfrm>
            <a:off x="621629" y="21268894"/>
            <a:ext cx="6914059" cy="830975"/>
          </a:xfrm>
          <a:prstGeom prst="rect">
            <a:avLst/>
          </a:prstGeom>
        </p:spPr>
        <p:txBody>
          <a:bodyPr wrap="square" lIns="228589" tIns="228589" rIns="228589" bIns="228589">
            <a:spAutoFit/>
          </a:bodyPr>
          <a:lstStyle>
            <a:lvl1pPr marL="0" indent="0">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54" name="Picture Placeholder 13"/>
          <p:cNvSpPr>
            <a:spLocks noGrp="1"/>
          </p:cNvSpPr>
          <p:nvPr>
            <p:ph type="pic" sz="quarter" idx="152"/>
          </p:nvPr>
        </p:nvSpPr>
        <p:spPr>
          <a:xfrm>
            <a:off x="24724382"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a:t>Click icon to add picture</a:t>
            </a:r>
            <a:endParaRPr lang="en-US" noProof="0" dirty="0"/>
          </a:p>
        </p:txBody>
      </p:sp>
      <p:sp>
        <p:nvSpPr>
          <p:cNvPr id="55" name="Picture Placeholder 13"/>
          <p:cNvSpPr>
            <a:spLocks noGrp="1"/>
          </p:cNvSpPr>
          <p:nvPr>
            <p:ph type="pic" sz="quarter" idx="153"/>
          </p:nvPr>
        </p:nvSpPr>
        <p:spPr>
          <a:xfrm>
            <a:off x="8405676"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a:t>Click icon to add picture</a:t>
            </a:r>
            <a:endParaRPr lang="en-US" noProof="0" dirty="0"/>
          </a:p>
        </p:txBody>
      </p:sp>
      <p:sp>
        <p:nvSpPr>
          <p:cNvPr id="56" name="Picture Placeholder 13"/>
          <p:cNvSpPr>
            <a:spLocks noGrp="1"/>
          </p:cNvSpPr>
          <p:nvPr>
            <p:ph type="pic" sz="quarter" idx="154"/>
          </p:nvPr>
        </p:nvSpPr>
        <p:spPr>
          <a:xfrm>
            <a:off x="2966107"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a:t>Click icon to add picture</a:t>
            </a:r>
            <a:endParaRPr lang="en-US" noProof="0" dirty="0"/>
          </a:p>
        </p:txBody>
      </p:sp>
      <p:sp>
        <p:nvSpPr>
          <p:cNvPr id="57" name="Picture Placeholder 13"/>
          <p:cNvSpPr>
            <a:spLocks noGrp="1"/>
          </p:cNvSpPr>
          <p:nvPr>
            <p:ph type="pic" sz="quarter" idx="155"/>
          </p:nvPr>
        </p:nvSpPr>
        <p:spPr>
          <a:xfrm>
            <a:off x="19284813"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a:t>Click icon to add picture</a:t>
            </a:r>
            <a:endParaRPr lang="en-US" noProof="0" dirty="0"/>
          </a:p>
        </p:txBody>
      </p:sp>
      <p:sp>
        <p:nvSpPr>
          <p:cNvPr id="58" name="Picture Placeholder 13"/>
          <p:cNvSpPr>
            <a:spLocks noGrp="1"/>
          </p:cNvSpPr>
          <p:nvPr>
            <p:ph type="pic" sz="quarter" idx="156"/>
          </p:nvPr>
        </p:nvSpPr>
        <p:spPr>
          <a:xfrm>
            <a:off x="13845244"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a:t>Click icon to add picture</a:t>
            </a:r>
            <a:endParaRPr lang="en-US" noProof="0" dirty="0"/>
          </a:p>
        </p:txBody>
      </p:sp>
      <p:pic>
        <p:nvPicPr>
          <p:cNvPr id="31" name="Picture 7" descr="DOE_Office_Science_white.png">
            <a:extLst>
              <a:ext uri="{FF2B5EF4-FFF2-40B4-BE49-F238E27FC236}">
                <a16:creationId xmlns:a16="http://schemas.microsoft.com/office/drawing/2014/main" id="{90B4B1B6-EE0A-2B4A-939F-B9E481B3B603}"/>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34108" y="4748670"/>
            <a:ext cx="3684588" cy="143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5" name="Title 1">
            <a:extLst>
              <a:ext uri="{FF2B5EF4-FFF2-40B4-BE49-F238E27FC236}">
                <a16:creationId xmlns:a16="http://schemas.microsoft.com/office/drawing/2014/main" id="{FDCE58A1-DE8F-134A-A29F-4E8D963BECC4}"/>
              </a:ext>
            </a:extLst>
          </p:cNvPr>
          <p:cNvSpPr>
            <a:spLocks noGrp="1"/>
          </p:cNvSpPr>
          <p:nvPr>
            <p:ph type="title"/>
          </p:nvPr>
        </p:nvSpPr>
        <p:spPr>
          <a:xfrm>
            <a:off x="4710510" y="766763"/>
            <a:ext cx="24851952" cy="1930400"/>
          </a:xfrm>
          <a:prstGeom prst="rect">
            <a:avLst/>
          </a:prstGeom>
        </p:spPr>
        <p:txBody>
          <a:bodyPr lIns="91436" tIns="45717" rIns="91436" bIns="45717" anchor="ctr" anchorCtr="0"/>
          <a:lstStyle>
            <a:lvl1pPr algn="l">
              <a:defRPr sz="5500" b="1">
                <a:solidFill>
                  <a:schemeClr val="bg1"/>
                </a:solidFill>
                <a:latin typeface="+mj-lt"/>
              </a:defRPr>
            </a:lvl1pPr>
          </a:lstStyle>
          <a:p>
            <a:r>
              <a:rPr lang="en-US"/>
              <a:t>Click to edit Master title style</a:t>
            </a:r>
            <a:endParaRPr lang="en-US" dirty="0"/>
          </a:p>
        </p:txBody>
      </p:sp>
      <p:sp>
        <p:nvSpPr>
          <p:cNvPr id="36" name="Text Placeholder 76">
            <a:extLst>
              <a:ext uri="{FF2B5EF4-FFF2-40B4-BE49-F238E27FC236}">
                <a16:creationId xmlns:a16="http://schemas.microsoft.com/office/drawing/2014/main" id="{5C9B36EC-11F0-304E-B3D2-44C2660AC7F7}"/>
              </a:ext>
            </a:extLst>
          </p:cNvPr>
          <p:cNvSpPr>
            <a:spLocks noGrp="1"/>
          </p:cNvSpPr>
          <p:nvPr>
            <p:ph type="body" sz="quarter" idx="150"/>
          </p:nvPr>
        </p:nvSpPr>
        <p:spPr>
          <a:xfrm>
            <a:off x="4710511" y="4454845"/>
            <a:ext cx="24851950" cy="1706880"/>
          </a:xfrm>
          <a:prstGeom prst="rect">
            <a:avLst/>
          </a:prstGeom>
        </p:spPr>
        <p:txBody>
          <a:bodyPr anchor="ctr"/>
          <a:lstStyle>
            <a:lvl1pPr algn="l">
              <a:buFontTx/>
              <a:buNone/>
              <a:defRPr sz="3300">
                <a:solidFill>
                  <a:schemeClr val="bg1"/>
                </a:solidFill>
                <a:latin typeface="+mj-lt"/>
              </a:defRPr>
            </a:lvl1pPr>
            <a:lvl2pPr>
              <a:buFontTx/>
              <a:buNone/>
              <a:defRPr sz="6600"/>
            </a:lvl2pPr>
            <a:lvl3pPr>
              <a:buFontTx/>
              <a:buNone/>
              <a:defRPr sz="6600"/>
            </a:lvl3pPr>
            <a:lvl4pPr>
              <a:buFontTx/>
              <a:buNone/>
              <a:defRPr sz="6600"/>
            </a:lvl4pPr>
            <a:lvl5pPr>
              <a:buFontTx/>
              <a:buNone/>
              <a:defRPr sz="6600"/>
            </a:lvl5pPr>
          </a:lstStyle>
          <a:p>
            <a:pPr lvl="0"/>
            <a:r>
              <a:rPr lang="en-US"/>
              <a:t>Click to edit Master text styles</a:t>
            </a:r>
          </a:p>
        </p:txBody>
      </p:sp>
      <p:sp>
        <p:nvSpPr>
          <p:cNvPr id="37" name="Text Placeholder 76">
            <a:extLst>
              <a:ext uri="{FF2B5EF4-FFF2-40B4-BE49-F238E27FC236}">
                <a16:creationId xmlns:a16="http://schemas.microsoft.com/office/drawing/2014/main" id="{26463ECE-D6F7-A045-8217-6E811C58AF1D}"/>
              </a:ext>
            </a:extLst>
          </p:cNvPr>
          <p:cNvSpPr>
            <a:spLocks noGrp="1"/>
          </p:cNvSpPr>
          <p:nvPr>
            <p:ph type="body" sz="quarter" idx="151"/>
          </p:nvPr>
        </p:nvSpPr>
        <p:spPr>
          <a:xfrm>
            <a:off x="4710510" y="2747965"/>
            <a:ext cx="24851951" cy="1706880"/>
          </a:xfrm>
          <a:prstGeom prst="rect">
            <a:avLst/>
          </a:prstGeom>
        </p:spPr>
        <p:txBody>
          <a:bodyPr anchor="ctr"/>
          <a:lstStyle>
            <a:lvl1pPr algn="l">
              <a:buFontTx/>
              <a:buNone/>
              <a:defRPr sz="4400">
                <a:solidFill>
                  <a:schemeClr val="bg1"/>
                </a:solidFill>
              </a:defRPr>
            </a:lvl1pPr>
            <a:lvl2pPr>
              <a:buFontTx/>
              <a:buNone/>
              <a:defRPr sz="6600"/>
            </a:lvl2pPr>
            <a:lvl3pPr>
              <a:buFontTx/>
              <a:buNone/>
              <a:defRPr sz="6600"/>
            </a:lvl3pPr>
            <a:lvl4pPr>
              <a:buFontTx/>
              <a:buNone/>
              <a:defRPr sz="6600"/>
            </a:lvl4pPr>
            <a:lvl5pPr>
              <a:buFontTx/>
              <a:buNone/>
              <a:defRPr sz="6600"/>
            </a:lvl5pPr>
          </a:lstStyle>
          <a:p>
            <a:pPr lvl="0"/>
            <a:r>
              <a:rPr lang="en-US"/>
              <a:t>Click to edit Master text styles</a:t>
            </a:r>
          </a:p>
        </p:txBody>
      </p:sp>
    </p:spTree>
    <p:extLst>
      <p:ext uri="{BB962C8B-B14F-4D97-AF65-F5344CB8AC3E}">
        <p14:creationId xmlns:p14="http://schemas.microsoft.com/office/powerpoint/2010/main" val="3771525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BNL Wide-Center Teal V Poster ">
    <p:spTree>
      <p:nvGrpSpPr>
        <p:cNvPr id="1" name=""/>
        <p:cNvGrpSpPr/>
        <p:nvPr/>
      </p:nvGrpSpPr>
      <p:grpSpPr>
        <a:xfrm>
          <a:off x="0" y="0"/>
          <a:ext cx="0" cy="0"/>
          <a:chOff x="0" y="0"/>
          <a:chExt cx="0" cy="0"/>
        </a:xfrm>
      </p:grpSpPr>
      <p:sp>
        <p:nvSpPr>
          <p:cNvPr id="7" name="Picture Placeholder 13"/>
          <p:cNvSpPr>
            <a:spLocks noGrp="1"/>
          </p:cNvSpPr>
          <p:nvPr>
            <p:ph type="pic" sz="quarter" idx="152"/>
          </p:nvPr>
        </p:nvSpPr>
        <p:spPr>
          <a:xfrm>
            <a:off x="24724382"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8" name="Picture Placeholder 13"/>
          <p:cNvSpPr>
            <a:spLocks noGrp="1"/>
          </p:cNvSpPr>
          <p:nvPr>
            <p:ph type="pic" sz="quarter" idx="153"/>
          </p:nvPr>
        </p:nvSpPr>
        <p:spPr>
          <a:xfrm>
            <a:off x="8405676"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9" name="Picture Placeholder 13"/>
          <p:cNvSpPr>
            <a:spLocks noGrp="1"/>
          </p:cNvSpPr>
          <p:nvPr>
            <p:ph type="pic" sz="quarter" idx="154"/>
          </p:nvPr>
        </p:nvSpPr>
        <p:spPr>
          <a:xfrm>
            <a:off x="2966107"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10" name="Picture Placeholder 13"/>
          <p:cNvSpPr>
            <a:spLocks noGrp="1"/>
          </p:cNvSpPr>
          <p:nvPr>
            <p:ph type="pic" sz="quarter" idx="155"/>
          </p:nvPr>
        </p:nvSpPr>
        <p:spPr>
          <a:xfrm>
            <a:off x="19284813"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11" name="Picture Placeholder 13"/>
          <p:cNvSpPr>
            <a:spLocks noGrp="1"/>
          </p:cNvSpPr>
          <p:nvPr>
            <p:ph type="pic" sz="quarter" idx="156"/>
          </p:nvPr>
        </p:nvSpPr>
        <p:spPr>
          <a:xfrm>
            <a:off x="13845244"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12" name="Text Placeholder 3"/>
          <p:cNvSpPr>
            <a:spLocks noGrp="1"/>
          </p:cNvSpPr>
          <p:nvPr>
            <p:ph type="body" sz="quarter" idx="10"/>
          </p:nvPr>
        </p:nvSpPr>
        <p:spPr>
          <a:xfrm>
            <a:off x="637151" y="9270396"/>
            <a:ext cx="6914059"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13" name="Text Placeholder 5"/>
          <p:cNvSpPr>
            <a:spLocks noGrp="1"/>
          </p:cNvSpPr>
          <p:nvPr>
            <p:ph type="body" sz="quarter" idx="11"/>
          </p:nvPr>
        </p:nvSpPr>
        <p:spPr>
          <a:xfrm>
            <a:off x="634110" y="8033414"/>
            <a:ext cx="6908601" cy="891334"/>
          </a:xfrm>
          <a:prstGeom prst="rect">
            <a:avLst/>
          </a:prstGeom>
          <a:solidFill>
            <a:schemeClr val="accent1"/>
          </a:solidFill>
        </p:spPr>
        <p:txBody>
          <a:bodyPr lIns="182880" tIns="182880" rIns="182880" bIns="182880" anchor="ctr" anchorCtr="0">
            <a:spAutoFit/>
          </a:bodyPr>
          <a:lstStyle>
            <a:lvl1pPr algn="ctr">
              <a:buNone/>
              <a:defRPr sz="3392" b="1" baseline="0">
                <a:solidFill>
                  <a:schemeClr val="bg1"/>
                </a:solidFill>
              </a:defRPr>
            </a:lvl1pPr>
          </a:lstStyle>
          <a:p>
            <a:pPr lvl="0"/>
            <a:r>
              <a:rPr lang="en-US" dirty="0"/>
              <a:t>Click to edit Master text styles</a:t>
            </a:r>
          </a:p>
        </p:txBody>
      </p:sp>
      <p:sp>
        <p:nvSpPr>
          <p:cNvPr id="14" name="Text Placeholder 3"/>
          <p:cNvSpPr>
            <a:spLocks noGrp="1"/>
          </p:cNvSpPr>
          <p:nvPr>
            <p:ph type="body" sz="quarter" idx="19"/>
          </p:nvPr>
        </p:nvSpPr>
        <p:spPr>
          <a:xfrm>
            <a:off x="620537" y="20640400"/>
            <a:ext cx="6915150"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dirty="0"/>
              <a:t>Click to edit Master text styles</a:t>
            </a:r>
          </a:p>
        </p:txBody>
      </p:sp>
      <p:sp>
        <p:nvSpPr>
          <p:cNvPr id="15" name="Text Placeholder 5"/>
          <p:cNvSpPr>
            <a:spLocks noGrp="1"/>
          </p:cNvSpPr>
          <p:nvPr>
            <p:ph type="body" sz="quarter" idx="20"/>
          </p:nvPr>
        </p:nvSpPr>
        <p:spPr>
          <a:xfrm>
            <a:off x="634108" y="19386724"/>
            <a:ext cx="6909693"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16" name="Text Placeholder 3"/>
          <p:cNvSpPr>
            <a:spLocks noGrp="1"/>
          </p:cNvSpPr>
          <p:nvPr>
            <p:ph type="body" sz="quarter" idx="21"/>
          </p:nvPr>
        </p:nvSpPr>
        <p:spPr>
          <a:xfrm>
            <a:off x="8003043" y="9270396"/>
            <a:ext cx="14141350"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17" name="Text Placeholder 5"/>
          <p:cNvSpPr>
            <a:spLocks noGrp="1"/>
          </p:cNvSpPr>
          <p:nvPr>
            <p:ph type="body" sz="quarter" idx="22"/>
          </p:nvPr>
        </p:nvSpPr>
        <p:spPr>
          <a:xfrm>
            <a:off x="7987520" y="8033414"/>
            <a:ext cx="14138924"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18" name="Text Placeholder 3"/>
          <p:cNvSpPr>
            <a:spLocks noGrp="1"/>
          </p:cNvSpPr>
          <p:nvPr>
            <p:ph type="body" sz="quarter" idx="23"/>
          </p:nvPr>
        </p:nvSpPr>
        <p:spPr>
          <a:xfrm>
            <a:off x="8018563" y="20640400"/>
            <a:ext cx="14110306"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19" name="Text Placeholder 5"/>
          <p:cNvSpPr>
            <a:spLocks noGrp="1"/>
          </p:cNvSpPr>
          <p:nvPr>
            <p:ph type="body" sz="quarter" idx="24"/>
          </p:nvPr>
        </p:nvSpPr>
        <p:spPr>
          <a:xfrm>
            <a:off x="8003042" y="19386974"/>
            <a:ext cx="14141351"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0" name="Text Placeholder 5"/>
          <p:cNvSpPr>
            <a:spLocks noGrp="1"/>
          </p:cNvSpPr>
          <p:nvPr>
            <p:ph type="body" sz="quarter" idx="25"/>
          </p:nvPr>
        </p:nvSpPr>
        <p:spPr>
          <a:xfrm>
            <a:off x="7987519" y="31520560"/>
            <a:ext cx="14141350"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6"/>
          </p:nvPr>
        </p:nvSpPr>
        <p:spPr>
          <a:xfrm>
            <a:off x="8003041" y="32803875"/>
            <a:ext cx="14141350"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2" name="Text Placeholder 5"/>
          <p:cNvSpPr>
            <a:spLocks noGrp="1"/>
          </p:cNvSpPr>
          <p:nvPr>
            <p:ph type="body" sz="quarter" idx="27"/>
          </p:nvPr>
        </p:nvSpPr>
        <p:spPr>
          <a:xfrm>
            <a:off x="22631853" y="8033414"/>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8"/>
          </p:nvPr>
        </p:nvSpPr>
        <p:spPr>
          <a:xfrm>
            <a:off x="22645858" y="9270396"/>
            <a:ext cx="6915244"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4" name="Text Placeholder 5"/>
          <p:cNvSpPr>
            <a:spLocks noGrp="1"/>
          </p:cNvSpPr>
          <p:nvPr>
            <p:ph type="body" sz="quarter" idx="29"/>
          </p:nvPr>
        </p:nvSpPr>
        <p:spPr>
          <a:xfrm>
            <a:off x="22635765" y="31520560"/>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5" name="Text Placeholder 3"/>
          <p:cNvSpPr>
            <a:spLocks noGrp="1"/>
          </p:cNvSpPr>
          <p:nvPr>
            <p:ph type="body" sz="quarter" idx="30"/>
          </p:nvPr>
        </p:nvSpPr>
        <p:spPr>
          <a:xfrm>
            <a:off x="22635766" y="32803875"/>
            <a:ext cx="6910785"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6" name="Text Placeholder 5"/>
          <p:cNvSpPr>
            <a:spLocks noGrp="1"/>
          </p:cNvSpPr>
          <p:nvPr>
            <p:ph type="body" sz="quarter" idx="157"/>
          </p:nvPr>
        </p:nvSpPr>
        <p:spPr>
          <a:xfrm>
            <a:off x="22635765" y="19387224"/>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7" name="Text Placeholder 3"/>
          <p:cNvSpPr>
            <a:spLocks noGrp="1"/>
          </p:cNvSpPr>
          <p:nvPr>
            <p:ph type="body" sz="quarter" idx="158"/>
          </p:nvPr>
        </p:nvSpPr>
        <p:spPr>
          <a:xfrm>
            <a:off x="22635766" y="20683712"/>
            <a:ext cx="6910785"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pic>
        <p:nvPicPr>
          <p:cNvPr id="30" name="Picture 7" descr="DOE_Office_Science_white.png">
            <a:extLst>
              <a:ext uri="{FF2B5EF4-FFF2-40B4-BE49-F238E27FC236}">
                <a16:creationId xmlns:a16="http://schemas.microsoft.com/office/drawing/2014/main" id="{673D2F0C-F6F5-6248-BDB0-9E97955C1A01}"/>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34108" y="4748670"/>
            <a:ext cx="3684588" cy="143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8" name="Title 1">
            <a:extLst>
              <a:ext uri="{FF2B5EF4-FFF2-40B4-BE49-F238E27FC236}">
                <a16:creationId xmlns:a16="http://schemas.microsoft.com/office/drawing/2014/main" id="{AF769A21-1E1B-5D41-9374-BC9F764E393A}"/>
              </a:ext>
            </a:extLst>
          </p:cNvPr>
          <p:cNvSpPr>
            <a:spLocks noGrp="1"/>
          </p:cNvSpPr>
          <p:nvPr>
            <p:ph type="title"/>
          </p:nvPr>
        </p:nvSpPr>
        <p:spPr>
          <a:xfrm>
            <a:off x="4710510" y="766763"/>
            <a:ext cx="24851952" cy="1930400"/>
          </a:xfrm>
          <a:prstGeom prst="rect">
            <a:avLst/>
          </a:prstGeom>
        </p:spPr>
        <p:txBody>
          <a:bodyPr lIns="91436" tIns="45717" rIns="91436" bIns="45717" anchor="ctr" anchorCtr="0"/>
          <a:lstStyle>
            <a:lvl1pPr algn="l">
              <a:defRPr sz="5500" b="1">
                <a:solidFill>
                  <a:schemeClr val="bg1"/>
                </a:solidFill>
                <a:latin typeface="+mj-lt"/>
              </a:defRPr>
            </a:lvl1pPr>
          </a:lstStyle>
          <a:p>
            <a:r>
              <a:rPr lang="en-US" dirty="0"/>
              <a:t>Click to edit Master title style</a:t>
            </a:r>
          </a:p>
        </p:txBody>
      </p:sp>
      <p:sp>
        <p:nvSpPr>
          <p:cNvPr id="29" name="Text Placeholder 76">
            <a:extLst>
              <a:ext uri="{FF2B5EF4-FFF2-40B4-BE49-F238E27FC236}">
                <a16:creationId xmlns:a16="http://schemas.microsoft.com/office/drawing/2014/main" id="{A862EA06-82BC-F041-A292-2A7AD8949C57}"/>
              </a:ext>
            </a:extLst>
          </p:cNvPr>
          <p:cNvSpPr>
            <a:spLocks noGrp="1"/>
          </p:cNvSpPr>
          <p:nvPr>
            <p:ph type="body" sz="quarter" idx="150"/>
          </p:nvPr>
        </p:nvSpPr>
        <p:spPr>
          <a:xfrm>
            <a:off x="4710511" y="4454845"/>
            <a:ext cx="24851950" cy="1706880"/>
          </a:xfrm>
          <a:prstGeom prst="rect">
            <a:avLst/>
          </a:prstGeom>
        </p:spPr>
        <p:txBody>
          <a:bodyPr anchor="ctr"/>
          <a:lstStyle>
            <a:lvl1pPr algn="l">
              <a:buFontTx/>
              <a:buNone/>
              <a:defRPr sz="3300">
                <a:solidFill>
                  <a:schemeClr val="bg1"/>
                </a:solidFill>
                <a:latin typeface="+mj-lt"/>
              </a:defRPr>
            </a:lvl1pPr>
            <a:lvl2pPr>
              <a:buFontTx/>
              <a:buNone/>
              <a:defRPr sz="6600"/>
            </a:lvl2pPr>
            <a:lvl3pPr>
              <a:buFontTx/>
              <a:buNone/>
              <a:defRPr sz="6600"/>
            </a:lvl3pPr>
            <a:lvl4pPr>
              <a:buFontTx/>
              <a:buNone/>
              <a:defRPr sz="6600"/>
            </a:lvl4pPr>
            <a:lvl5pPr>
              <a:buFontTx/>
              <a:buNone/>
              <a:defRPr sz="6600"/>
            </a:lvl5pPr>
          </a:lstStyle>
          <a:p>
            <a:pPr lvl="0"/>
            <a:r>
              <a:rPr lang="en-US" dirty="0"/>
              <a:t>Click to edit Master text styles</a:t>
            </a:r>
          </a:p>
        </p:txBody>
      </p:sp>
      <p:sp>
        <p:nvSpPr>
          <p:cNvPr id="31" name="Text Placeholder 76">
            <a:extLst>
              <a:ext uri="{FF2B5EF4-FFF2-40B4-BE49-F238E27FC236}">
                <a16:creationId xmlns:a16="http://schemas.microsoft.com/office/drawing/2014/main" id="{DEC750F6-9F0B-DD42-A794-C0A74EA3561F}"/>
              </a:ext>
            </a:extLst>
          </p:cNvPr>
          <p:cNvSpPr>
            <a:spLocks noGrp="1"/>
          </p:cNvSpPr>
          <p:nvPr>
            <p:ph type="body" sz="quarter" idx="151"/>
          </p:nvPr>
        </p:nvSpPr>
        <p:spPr>
          <a:xfrm>
            <a:off x="4710510" y="2747965"/>
            <a:ext cx="24851951" cy="1706880"/>
          </a:xfrm>
          <a:prstGeom prst="rect">
            <a:avLst/>
          </a:prstGeom>
        </p:spPr>
        <p:txBody>
          <a:bodyPr anchor="ctr"/>
          <a:lstStyle>
            <a:lvl1pPr algn="l">
              <a:buFontTx/>
              <a:buNone/>
              <a:defRPr sz="4400">
                <a:solidFill>
                  <a:schemeClr val="bg1"/>
                </a:solidFill>
              </a:defRPr>
            </a:lvl1pPr>
            <a:lvl2pPr>
              <a:buFontTx/>
              <a:buNone/>
              <a:defRPr sz="6600"/>
            </a:lvl2pPr>
            <a:lvl3pPr>
              <a:buFontTx/>
              <a:buNone/>
              <a:defRPr sz="6600"/>
            </a:lvl3pPr>
            <a:lvl4pPr>
              <a:buFontTx/>
              <a:buNone/>
              <a:defRPr sz="6600"/>
            </a:lvl4pPr>
            <a:lvl5pPr>
              <a:buFontTx/>
              <a:buNone/>
              <a:defRPr sz="6600"/>
            </a:lvl5pPr>
          </a:lstStyle>
          <a:p>
            <a:pPr lvl="0"/>
            <a:r>
              <a:rPr lang="en-US" dirty="0"/>
              <a:t>Click to edit Master text styles</a:t>
            </a:r>
          </a:p>
        </p:txBody>
      </p:sp>
    </p:spTree>
    <p:extLst>
      <p:ext uri="{BB962C8B-B14F-4D97-AF65-F5344CB8AC3E}">
        <p14:creationId xmlns:p14="http://schemas.microsoft.com/office/powerpoint/2010/main" val="4069707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BNL Right-Highlight Teal V Poster">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621629" y="9236529"/>
            <a:ext cx="6914059"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dirty="0"/>
              <a:t>Click to edit Master text styles</a:t>
            </a:r>
          </a:p>
        </p:txBody>
      </p:sp>
      <p:sp>
        <p:nvSpPr>
          <p:cNvPr id="6" name="Text Placeholder 5"/>
          <p:cNvSpPr>
            <a:spLocks noGrp="1"/>
          </p:cNvSpPr>
          <p:nvPr>
            <p:ph type="body" sz="quarter" idx="11"/>
          </p:nvPr>
        </p:nvSpPr>
        <p:spPr>
          <a:xfrm>
            <a:off x="634110" y="8033413"/>
            <a:ext cx="6908601" cy="891334"/>
          </a:xfrm>
          <a:prstGeom prst="rect">
            <a:avLst/>
          </a:prstGeom>
          <a:solidFill>
            <a:schemeClr val="accent1"/>
          </a:solidFill>
        </p:spPr>
        <p:txBody>
          <a:bodyPr lIns="182880" tIns="182880" rIns="182880" bIns="182880" anchor="ctr" anchorCtr="0">
            <a:spAutoFit/>
          </a:bodyPr>
          <a:lstStyle>
            <a:lvl1pPr algn="ctr">
              <a:buNone/>
              <a:defRPr sz="3392" b="1" baseline="0">
                <a:solidFill>
                  <a:schemeClr val="bg1"/>
                </a:solidFill>
              </a:defRPr>
            </a:lvl1pPr>
          </a:lstStyle>
          <a:p>
            <a:pPr lvl="0"/>
            <a:r>
              <a:rPr lang="en-US" dirty="0"/>
              <a:t>Click to edit Master text styles</a:t>
            </a:r>
          </a:p>
        </p:txBody>
      </p:sp>
      <p:sp>
        <p:nvSpPr>
          <p:cNvPr id="19" name="Text Placeholder 3"/>
          <p:cNvSpPr>
            <a:spLocks noGrp="1"/>
          </p:cNvSpPr>
          <p:nvPr>
            <p:ph type="body" sz="quarter" idx="19"/>
          </p:nvPr>
        </p:nvSpPr>
        <p:spPr>
          <a:xfrm>
            <a:off x="620537" y="20647924"/>
            <a:ext cx="6915150"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0" name="Text Placeholder 5"/>
          <p:cNvSpPr>
            <a:spLocks noGrp="1"/>
          </p:cNvSpPr>
          <p:nvPr>
            <p:ph type="body" sz="quarter" idx="20"/>
          </p:nvPr>
        </p:nvSpPr>
        <p:spPr>
          <a:xfrm>
            <a:off x="634108" y="19386724"/>
            <a:ext cx="6909693"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1" name="Text Placeholder 3"/>
          <p:cNvSpPr>
            <a:spLocks noGrp="1"/>
          </p:cNvSpPr>
          <p:nvPr>
            <p:ph type="body" sz="quarter" idx="21"/>
          </p:nvPr>
        </p:nvSpPr>
        <p:spPr>
          <a:xfrm>
            <a:off x="8018565" y="9236529"/>
            <a:ext cx="14141350"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2" name="Text Placeholder 5"/>
          <p:cNvSpPr>
            <a:spLocks noGrp="1"/>
          </p:cNvSpPr>
          <p:nvPr>
            <p:ph type="body" sz="quarter" idx="22"/>
          </p:nvPr>
        </p:nvSpPr>
        <p:spPr>
          <a:xfrm>
            <a:off x="8018563" y="8033413"/>
            <a:ext cx="14141353"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3" name="Text Placeholder 3"/>
          <p:cNvSpPr>
            <a:spLocks noGrp="1"/>
          </p:cNvSpPr>
          <p:nvPr>
            <p:ph type="body" sz="quarter" idx="23"/>
          </p:nvPr>
        </p:nvSpPr>
        <p:spPr>
          <a:xfrm>
            <a:off x="8018563" y="20647924"/>
            <a:ext cx="14141350"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4" name="Text Placeholder 5"/>
          <p:cNvSpPr>
            <a:spLocks noGrp="1"/>
          </p:cNvSpPr>
          <p:nvPr>
            <p:ph type="body" sz="quarter" idx="24"/>
          </p:nvPr>
        </p:nvSpPr>
        <p:spPr>
          <a:xfrm>
            <a:off x="8018563" y="19386724"/>
            <a:ext cx="14141353"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5"/>
          </p:nvPr>
        </p:nvSpPr>
        <p:spPr>
          <a:xfrm>
            <a:off x="8018563" y="31520560"/>
            <a:ext cx="14141350"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6" name="Text Placeholder 3"/>
          <p:cNvSpPr>
            <a:spLocks noGrp="1"/>
          </p:cNvSpPr>
          <p:nvPr>
            <p:ph type="body" sz="quarter" idx="26"/>
          </p:nvPr>
        </p:nvSpPr>
        <p:spPr>
          <a:xfrm>
            <a:off x="8018563" y="32709801"/>
            <a:ext cx="14141350"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7" name="Text Placeholder 5"/>
          <p:cNvSpPr>
            <a:spLocks noGrp="1"/>
          </p:cNvSpPr>
          <p:nvPr>
            <p:ph type="body" sz="quarter" idx="27"/>
          </p:nvPr>
        </p:nvSpPr>
        <p:spPr>
          <a:xfrm>
            <a:off x="22631853" y="8033413"/>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28" name="Text Placeholder 3"/>
          <p:cNvSpPr>
            <a:spLocks noGrp="1"/>
          </p:cNvSpPr>
          <p:nvPr>
            <p:ph type="body" sz="quarter" idx="28"/>
          </p:nvPr>
        </p:nvSpPr>
        <p:spPr>
          <a:xfrm>
            <a:off x="22645858" y="9236529"/>
            <a:ext cx="6850535"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29" name="Text Placeholder 5"/>
          <p:cNvSpPr>
            <a:spLocks noGrp="1"/>
          </p:cNvSpPr>
          <p:nvPr>
            <p:ph type="body" sz="quarter" idx="29"/>
          </p:nvPr>
        </p:nvSpPr>
        <p:spPr>
          <a:xfrm>
            <a:off x="22635765" y="31520560"/>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30" name="Text Placeholder 3"/>
          <p:cNvSpPr>
            <a:spLocks noGrp="1"/>
          </p:cNvSpPr>
          <p:nvPr>
            <p:ph type="body" sz="quarter" idx="30"/>
          </p:nvPr>
        </p:nvSpPr>
        <p:spPr>
          <a:xfrm>
            <a:off x="22635766" y="32709801"/>
            <a:ext cx="6910785"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sp>
        <p:nvSpPr>
          <p:cNvPr id="52" name="Picture Placeholder 13"/>
          <p:cNvSpPr>
            <a:spLocks noGrp="1"/>
          </p:cNvSpPr>
          <p:nvPr>
            <p:ph type="pic" sz="quarter" idx="152"/>
          </p:nvPr>
        </p:nvSpPr>
        <p:spPr>
          <a:xfrm>
            <a:off x="24724382"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53" name="Picture Placeholder 13"/>
          <p:cNvSpPr>
            <a:spLocks noGrp="1"/>
          </p:cNvSpPr>
          <p:nvPr>
            <p:ph type="pic" sz="quarter" idx="153"/>
          </p:nvPr>
        </p:nvSpPr>
        <p:spPr>
          <a:xfrm>
            <a:off x="8405676"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54" name="Picture Placeholder 13"/>
          <p:cNvSpPr>
            <a:spLocks noGrp="1"/>
          </p:cNvSpPr>
          <p:nvPr>
            <p:ph type="pic" sz="quarter" idx="154"/>
          </p:nvPr>
        </p:nvSpPr>
        <p:spPr>
          <a:xfrm>
            <a:off x="2966107"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55" name="Picture Placeholder 13"/>
          <p:cNvSpPr>
            <a:spLocks noGrp="1"/>
          </p:cNvSpPr>
          <p:nvPr>
            <p:ph type="pic" sz="quarter" idx="155"/>
          </p:nvPr>
        </p:nvSpPr>
        <p:spPr>
          <a:xfrm>
            <a:off x="19284813"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56" name="Picture Placeholder 13"/>
          <p:cNvSpPr>
            <a:spLocks noGrp="1"/>
          </p:cNvSpPr>
          <p:nvPr>
            <p:ph type="pic" sz="quarter" idx="156"/>
          </p:nvPr>
        </p:nvSpPr>
        <p:spPr>
          <a:xfrm>
            <a:off x="13845244" y="40360604"/>
            <a:ext cx="2200275" cy="3048000"/>
          </a:xfrm>
          <a:prstGeom prst="rect">
            <a:avLst/>
          </a:prstGeom>
          <a:noFill/>
          <a:ln>
            <a:noFill/>
          </a:ln>
          <a:effectLst/>
        </p:spPr>
        <p:txBody>
          <a:bodyPr lIns="91436" tIns="45717" rIns="91436" bIns="45717" anchor="ctr"/>
          <a:lstStyle>
            <a:lvl1pPr marL="0" indent="0" algn="ctr">
              <a:buNone/>
              <a:defRPr sz="3667" b="0" baseline="0">
                <a:solidFill>
                  <a:schemeClr val="tx2"/>
                </a:solidFill>
              </a:defRPr>
            </a:lvl1pPr>
          </a:lstStyle>
          <a:p>
            <a:pPr lvl="0"/>
            <a:r>
              <a:rPr lang="en-US" noProof="0" dirty="0"/>
              <a:t>Click icon to add picture</a:t>
            </a:r>
          </a:p>
        </p:txBody>
      </p:sp>
      <p:sp>
        <p:nvSpPr>
          <p:cNvPr id="57" name="Text Placeholder 5"/>
          <p:cNvSpPr>
            <a:spLocks noGrp="1"/>
          </p:cNvSpPr>
          <p:nvPr>
            <p:ph type="body" sz="quarter" idx="157"/>
          </p:nvPr>
        </p:nvSpPr>
        <p:spPr>
          <a:xfrm>
            <a:off x="22635765" y="19386724"/>
            <a:ext cx="6907325" cy="891334"/>
          </a:xfrm>
          <a:prstGeom prst="rect">
            <a:avLst/>
          </a:prstGeom>
          <a:solidFill>
            <a:schemeClr val="accent1"/>
          </a:solidFill>
        </p:spPr>
        <p:txBody>
          <a:bodyPr wrap="square" lIns="182880" tIns="182880" rIns="182880" bIns="182880" anchor="ctr" anchorCtr="0">
            <a:spAutoFit/>
          </a:bodyPr>
          <a:lstStyle>
            <a:lvl1pPr algn="ctr">
              <a:buNone/>
              <a:defRPr sz="3392" b="1" baseline="0">
                <a:solidFill>
                  <a:schemeClr val="bg1"/>
                </a:solidFill>
              </a:defRPr>
            </a:lvl1pPr>
          </a:lstStyle>
          <a:p>
            <a:pPr lvl="0"/>
            <a:r>
              <a:rPr lang="en-US"/>
              <a:t>Click to edit Master text styles</a:t>
            </a:r>
          </a:p>
        </p:txBody>
      </p:sp>
      <p:sp>
        <p:nvSpPr>
          <p:cNvPr id="71" name="Text Placeholder 3"/>
          <p:cNvSpPr>
            <a:spLocks noGrp="1"/>
          </p:cNvSpPr>
          <p:nvPr>
            <p:ph type="body" sz="quarter" idx="158"/>
          </p:nvPr>
        </p:nvSpPr>
        <p:spPr>
          <a:xfrm>
            <a:off x="22635766" y="20647924"/>
            <a:ext cx="6910785" cy="830975"/>
          </a:xfrm>
          <a:prstGeom prst="rect">
            <a:avLst/>
          </a:prstGeom>
        </p:spPr>
        <p:txBody>
          <a:bodyPr wrap="square" lIns="228589" tIns="228589" rIns="228589" bIns="228589">
            <a:spAutoFit/>
          </a:bodyPr>
          <a:lstStyle>
            <a:lvl1pPr marL="314321" indent="-314321">
              <a:buNone/>
              <a:defRPr sz="2200">
                <a:solidFill>
                  <a:srgbClr val="00313C"/>
                </a:solidFill>
                <a:latin typeface="+mn-lt"/>
              </a:defRPr>
            </a:lvl1pPr>
            <a:lvl2pPr marL="1362056" indent="-523867">
              <a:defRPr sz="2292">
                <a:latin typeface="Trebuchet MS" pitchFamily="34" charset="0"/>
              </a:defRPr>
            </a:lvl2pPr>
            <a:lvl3pPr marL="1885924" indent="-523867">
              <a:defRPr sz="2292">
                <a:latin typeface="Trebuchet MS" pitchFamily="34" charset="0"/>
              </a:defRPr>
            </a:lvl3pPr>
            <a:lvl4pPr marL="2462179" indent="-576255">
              <a:defRPr sz="2292">
                <a:latin typeface="Trebuchet MS" pitchFamily="34" charset="0"/>
              </a:defRPr>
            </a:lvl4pPr>
            <a:lvl5pPr marL="2881273" indent="-419094">
              <a:defRPr sz="2292">
                <a:latin typeface="Trebuchet MS" pitchFamily="34" charset="0"/>
              </a:defRPr>
            </a:lvl5pPr>
          </a:lstStyle>
          <a:p>
            <a:pPr lvl="0"/>
            <a:r>
              <a:rPr lang="en-US"/>
              <a:t>Click to edit Master text styles</a:t>
            </a:r>
          </a:p>
        </p:txBody>
      </p:sp>
      <p:pic>
        <p:nvPicPr>
          <p:cNvPr id="34" name="Picture 7" descr="DOE_Office_Science_white.png">
            <a:extLst>
              <a:ext uri="{FF2B5EF4-FFF2-40B4-BE49-F238E27FC236}">
                <a16:creationId xmlns:a16="http://schemas.microsoft.com/office/drawing/2014/main" id="{8E7CA4AE-1215-A941-94DA-37CB0B575BCE}"/>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r="6706"/>
          <a:stretch>
            <a:fillRect/>
          </a:stretch>
        </p:blipFill>
        <p:spPr bwMode="auto">
          <a:xfrm>
            <a:off x="634108" y="4748670"/>
            <a:ext cx="3684588" cy="1431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5" name="Title 1">
            <a:extLst>
              <a:ext uri="{FF2B5EF4-FFF2-40B4-BE49-F238E27FC236}">
                <a16:creationId xmlns:a16="http://schemas.microsoft.com/office/drawing/2014/main" id="{BC12735E-AB4B-C448-ADA9-B1AFB45663FB}"/>
              </a:ext>
            </a:extLst>
          </p:cNvPr>
          <p:cNvSpPr>
            <a:spLocks noGrp="1"/>
          </p:cNvSpPr>
          <p:nvPr>
            <p:ph type="title"/>
          </p:nvPr>
        </p:nvSpPr>
        <p:spPr>
          <a:xfrm>
            <a:off x="4710510" y="766763"/>
            <a:ext cx="24851952" cy="1930400"/>
          </a:xfrm>
          <a:prstGeom prst="rect">
            <a:avLst/>
          </a:prstGeom>
        </p:spPr>
        <p:txBody>
          <a:bodyPr lIns="91436" tIns="45717" rIns="91436" bIns="45717" anchor="ctr" anchorCtr="0"/>
          <a:lstStyle>
            <a:lvl1pPr algn="l">
              <a:defRPr sz="5500" b="1">
                <a:solidFill>
                  <a:schemeClr val="bg1"/>
                </a:solidFill>
                <a:latin typeface="+mj-lt"/>
              </a:defRPr>
            </a:lvl1pPr>
          </a:lstStyle>
          <a:p>
            <a:r>
              <a:rPr lang="en-US" dirty="0"/>
              <a:t>Click to edit Master title style</a:t>
            </a:r>
          </a:p>
        </p:txBody>
      </p:sp>
      <p:sp>
        <p:nvSpPr>
          <p:cNvPr id="36" name="Text Placeholder 76">
            <a:extLst>
              <a:ext uri="{FF2B5EF4-FFF2-40B4-BE49-F238E27FC236}">
                <a16:creationId xmlns:a16="http://schemas.microsoft.com/office/drawing/2014/main" id="{9367639A-84EA-C14F-B4EE-EBE6F9B956CB}"/>
              </a:ext>
            </a:extLst>
          </p:cNvPr>
          <p:cNvSpPr>
            <a:spLocks noGrp="1"/>
          </p:cNvSpPr>
          <p:nvPr>
            <p:ph type="body" sz="quarter" idx="150"/>
          </p:nvPr>
        </p:nvSpPr>
        <p:spPr>
          <a:xfrm>
            <a:off x="4710511" y="4454845"/>
            <a:ext cx="24851950" cy="1706880"/>
          </a:xfrm>
          <a:prstGeom prst="rect">
            <a:avLst/>
          </a:prstGeom>
        </p:spPr>
        <p:txBody>
          <a:bodyPr anchor="ctr"/>
          <a:lstStyle>
            <a:lvl1pPr algn="l">
              <a:buFontTx/>
              <a:buNone/>
              <a:defRPr sz="3300">
                <a:solidFill>
                  <a:schemeClr val="bg1"/>
                </a:solidFill>
                <a:latin typeface="+mj-lt"/>
              </a:defRPr>
            </a:lvl1pPr>
            <a:lvl2pPr>
              <a:buFontTx/>
              <a:buNone/>
              <a:defRPr sz="6600"/>
            </a:lvl2pPr>
            <a:lvl3pPr>
              <a:buFontTx/>
              <a:buNone/>
              <a:defRPr sz="6600"/>
            </a:lvl3pPr>
            <a:lvl4pPr>
              <a:buFontTx/>
              <a:buNone/>
              <a:defRPr sz="6600"/>
            </a:lvl4pPr>
            <a:lvl5pPr>
              <a:buFontTx/>
              <a:buNone/>
              <a:defRPr sz="6600"/>
            </a:lvl5pPr>
          </a:lstStyle>
          <a:p>
            <a:pPr lvl="0"/>
            <a:r>
              <a:rPr lang="en-US" dirty="0"/>
              <a:t>Click to edit Master text styles</a:t>
            </a:r>
          </a:p>
        </p:txBody>
      </p:sp>
      <p:sp>
        <p:nvSpPr>
          <p:cNvPr id="37" name="Text Placeholder 76">
            <a:extLst>
              <a:ext uri="{FF2B5EF4-FFF2-40B4-BE49-F238E27FC236}">
                <a16:creationId xmlns:a16="http://schemas.microsoft.com/office/drawing/2014/main" id="{594125BB-CB39-E94D-B411-F6744581301B}"/>
              </a:ext>
            </a:extLst>
          </p:cNvPr>
          <p:cNvSpPr>
            <a:spLocks noGrp="1"/>
          </p:cNvSpPr>
          <p:nvPr>
            <p:ph type="body" sz="quarter" idx="151"/>
          </p:nvPr>
        </p:nvSpPr>
        <p:spPr>
          <a:xfrm>
            <a:off x="4710510" y="2747965"/>
            <a:ext cx="24851951" cy="1706880"/>
          </a:xfrm>
          <a:prstGeom prst="rect">
            <a:avLst/>
          </a:prstGeom>
        </p:spPr>
        <p:txBody>
          <a:bodyPr anchor="ctr"/>
          <a:lstStyle>
            <a:lvl1pPr algn="l">
              <a:buFontTx/>
              <a:buNone/>
              <a:defRPr sz="4400">
                <a:solidFill>
                  <a:schemeClr val="bg1"/>
                </a:solidFill>
              </a:defRPr>
            </a:lvl1pPr>
            <a:lvl2pPr>
              <a:buFontTx/>
              <a:buNone/>
              <a:defRPr sz="6600"/>
            </a:lvl2pPr>
            <a:lvl3pPr>
              <a:buFontTx/>
              <a:buNone/>
              <a:defRPr sz="6600"/>
            </a:lvl3pPr>
            <a:lvl4pPr>
              <a:buFontTx/>
              <a:buNone/>
              <a:defRPr sz="6600"/>
            </a:lvl4pPr>
            <a:lvl5pPr>
              <a:buFontTx/>
              <a:buNone/>
              <a:defRPr sz="6600"/>
            </a:lvl5pPr>
          </a:lstStyle>
          <a:p>
            <a:pPr lvl="0"/>
            <a:r>
              <a:rPr lang="en-US" dirty="0"/>
              <a:t>Click to edit Master text styles</a:t>
            </a:r>
          </a:p>
        </p:txBody>
      </p:sp>
    </p:spTree>
    <p:extLst>
      <p:ext uri="{BB962C8B-B14F-4D97-AF65-F5344CB8AC3E}">
        <p14:creationId xmlns:p14="http://schemas.microsoft.com/office/powerpoint/2010/main" val="2321452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2.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D6FB082-086E-464E-BBB1-F0B7C6E2BF00}"/>
              </a:ext>
            </a:extLst>
          </p:cNvPr>
          <p:cNvSpPr>
            <a:spLocks noChangeArrowheads="1"/>
          </p:cNvSpPr>
          <p:nvPr userDrawn="1"/>
        </p:nvSpPr>
        <p:spPr bwMode="auto">
          <a:xfrm flipV="1">
            <a:off x="0" y="1"/>
            <a:ext cx="301752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83816" tIns="41907" rIns="83816" bIns="41907" anchor="ctr"/>
          <a:lstStyle/>
          <a:p>
            <a:endParaRPr lang="en-US" sz="7884"/>
          </a:p>
        </p:txBody>
      </p:sp>
      <p:sp>
        <p:nvSpPr>
          <p:cNvPr id="1026" name="Rectangle 35"/>
          <p:cNvSpPr>
            <a:spLocks noChangeArrowheads="1"/>
          </p:cNvSpPr>
          <p:nvPr/>
        </p:nvSpPr>
        <p:spPr bwMode="auto">
          <a:xfrm>
            <a:off x="22631400" y="8007350"/>
            <a:ext cx="6915150" cy="31089600"/>
          </a:xfrm>
          <a:prstGeom prst="rect">
            <a:avLst/>
          </a:prstGeom>
          <a:solidFill>
            <a:srgbClr val="FFFFFF"/>
          </a:solidFill>
          <a:ln w="9525">
            <a:solidFill>
              <a:schemeClr val="tx2"/>
            </a:solidFill>
            <a:miter lim="800000"/>
            <a:headEnd/>
            <a:tailEnd/>
          </a:ln>
        </p:spPr>
        <p:txBody>
          <a:bodyPr wrap="none" lIns="83816" tIns="41907" rIns="83816" bIns="41907" anchor="ctr"/>
          <a:lstStyle/>
          <a:p>
            <a:endParaRPr lang="en-US" sz="7884"/>
          </a:p>
        </p:txBody>
      </p:sp>
      <p:sp>
        <p:nvSpPr>
          <p:cNvPr id="1027" name="Rectangle 33"/>
          <p:cNvSpPr>
            <a:spLocks noChangeArrowheads="1"/>
          </p:cNvSpPr>
          <p:nvPr/>
        </p:nvSpPr>
        <p:spPr bwMode="auto">
          <a:xfrm>
            <a:off x="7962900" y="8007350"/>
            <a:ext cx="6915150" cy="31089600"/>
          </a:xfrm>
          <a:prstGeom prst="rect">
            <a:avLst/>
          </a:prstGeom>
          <a:solidFill>
            <a:srgbClr val="FFFFFF"/>
          </a:solidFill>
          <a:ln w="9525">
            <a:solidFill>
              <a:schemeClr val="tx2"/>
            </a:solidFill>
            <a:miter lim="800000"/>
            <a:headEnd/>
            <a:tailEnd/>
          </a:ln>
        </p:spPr>
        <p:txBody>
          <a:bodyPr wrap="none" lIns="83816" tIns="41907" rIns="83816" bIns="41907" anchor="ctr"/>
          <a:lstStyle/>
          <a:p>
            <a:endParaRPr lang="en-US" sz="7884"/>
          </a:p>
        </p:txBody>
      </p:sp>
      <p:sp>
        <p:nvSpPr>
          <p:cNvPr id="1028" name="Rectangle 33"/>
          <p:cNvSpPr>
            <a:spLocks noChangeArrowheads="1"/>
          </p:cNvSpPr>
          <p:nvPr/>
        </p:nvSpPr>
        <p:spPr bwMode="auto">
          <a:xfrm>
            <a:off x="15297150" y="8007350"/>
            <a:ext cx="6915150" cy="31089600"/>
          </a:xfrm>
          <a:prstGeom prst="rect">
            <a:avLst/>
          </a:prstGeom>
          <a:solidFill>
            <a:srgbClr val="FFFFFF"/>
          </a:solidFill>
          <a:ln w="9525">
            <a:solidFill>
              <a:schemeClr val="tx2"/>
            </a:solidFill>
            <a:miter lim="800000"/>
            <a:headEnd/>
            <a:tailEnd/>
          </a:ln>
        </p:spPr>
        <p:txBody>
          <a:bodyPr wrap="none" lIns="83816" tIns="41907" rIns="83816" bIns="41907" anchor="ctr"/>
          <a:lstStyle/>
          <a:p>
            <a:endParaRPr lang="en-US" sz="7884"/>
          </a:p>
        </p:txBody>
      </p:sp>
      <p:sp>
        <p:nvSpPr>
          <p:cNvPr id="1029" name="Rectangle 33"/>
          <p:cNvSpPr>
            <a:spLocks noChangeArrowheads="1"/>
          </p:cNvSpPr>
          <p:nvPr/>
        </p:nvSpPr>
        <p:spPr bwMode="auto">
          <a:xfrm>
            <a:off x="634471" y="8007350"/>
            <a:ext cx="6915150" cy="31089600"/>
          </a:xfrm>
          <a:prstGeom prst="rect">
            <a:avLst/>
          </a:prstGeom>
          <a:solidFill>
            <a:srgbClr val="FFFFFF"/>
          </a:solidFill>
          <a:ln w="9525">
            <a:solidFill>
              <a:schemeClr val="tx2"/>
            </a:solidFill>
            <a:miter lim="800000"/>
            <a:headEnd/>
            <a:tailEnd/>
          </a:ln>
        </p:spPr>
        <p:txBody>
          <a:bodyPr wrap="none" lIns="83816" tIns="41907" rIns="83816" bIns="41907" anchor="ctr"/>
          <a:lstStyle/>
          <a:p>
            <a:endParaRPr lang="en-US" sz="7884"/>
          </a:p>
        </p:txBody>
      </p:sp>
      <p:cxnSp>
        <p:nvCxnSpPr>
          <p:cNvPr id="22" name="Straight Connector 21"/>
          <p:cNvCxnSpPr/>
          <p:nvPr userDrawn="1"/>
        </p:nvCxnSpPr>
        <p:spPr>
          <a:xfrm>
            <a:off x="628650" y="7315200"/>
            <a:ext cx="289179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userDrawn="1"/>
        </p:nvCxnSpPr>
        <p:spPr>
          <a:xfrm>
            <a:off x="628650" y="39822438"/>
            <a:ext cx="289179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E2F0EEA4-4B12-654C-ABCB-17B56FB85044}"/>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28650" y="795127"/>
            <a:ext cx="2271289" cy="3216484"/>
          </a:xfrm>
          <a:prstGeom prst="rect">
            <a:avLst/>
          </a:prstGeom>
        </p:spPr>
      </p:pic>
    </p:spTree>
  </p:cSld>
  <p:clrMap bg1="lt1" tx1="dk1" bg2="lt2" tx2="dk2" accent1="accent1" accent2="accent2" accent3="accent3" accent4="accent4" accent5="accent5" accent6="accent6" hlink="hlink" folHlink="folHlink"/>
  <p:sldLayoutIdLst>
    <p:sldLayoutId id="2147483753" r:id="rId1"/>
  </p:sldLayoutIdLst>
  <p:txStyles>
    <p:titleStyle>
      <a:lvl1pPr algn="ctr" defTabSz="4022342" rtl="0" eaLnBrk="1" fontAlgn="base" hangingPunct="1">
        <a:spcBef>
          <a:spcPct val="0"/>
        </a:spcBef>
        <a:spcAft>
          <a:spcPct val="0"/>
        </a:spcAft>
        <a:defRPr sz="8067" kern="1200">
          <a:solidFill>
            <a:schemeClr val="bg1"/>
          </a:solidFill>
          <a:latin typeface="Trebuchet MS" pitchFamily="34" charset="0"/>
          <a:ea typeface="ＭＳ Ｐゴシック" charset="-128"/>
          <a:cs typeface="ＭＳ Ｐゴシック" charset="-128"/>
        </a:defRPr>
      </a:lvl1pPr>
      <a:lvl2pPr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2pPr>
      <a:lvl3pPr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3pPr>
      <a:lvl4pPr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4pPr>
      <a:lvl5pPr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5pPr>
      <a:lvl6pPr marL="419115"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6pPr>
      <a:lvl7pPr marL="838230"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7pPr>
      <a:lvl8pPr marL="1257346"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8pPr>
      <a:lvl9pPr marL="1676461" algn="ctr" defTabSz="4022342" rtl="0" eaLnBrk="1" fontAlgn="base" hangingPunct="1">
        <a:spcBef>
          <a:spcPct val="0"/>
        </a:spcBef>
        <a:spcAft>
          <a:spcPct val="0"/>
        </a:spcAft>
        <a:defRPr sz="8067">
          <a:solidFill>
            <a:schemeClr val="bg1"/>
          </a:solidFill>
          <a:latin typeface="Trebuchet MS" charset="0"/>
          <a:ea typeface="ＭＳ Ｐゴシック" charset="-128"/>
          <a:cs typeface="ＭＳ Ｐゴシック" charset="-128"/>
        </a:defRPr>
      </a:lvl9pPr>
    </p:titleStyle>
    <p:bodyStyle>
      <a:lvl1pPr marL="1507651" indent="-1507651" algn="l" defTabSz="4022342" rtl="0" eaLnBrk="1" fontAlgn="base" hangingPunct="1">
        <a:spcBef>
          <a:spcPct val="20000"/>
        </a:spcBef>
        <a:spcAft>
          <a:spcPct val="0"/>
        </a:spcAft>
        <a:buFont typeface="Arial" charset="0"/>
        <a:buChar char="•"/>
        <a:defRPr sz="14117" kern="1200">
          <a:solidFill>
            <a:schemeClr val="tx1"/>
          </a:solidFill>
          <a:latin typeface="+mn-lt"/>
          <a:ea typeface="ＭＳ Ｐゴシック" charset="-128"/>
          <a:cs typeface="ＭＳ Ｐゴシック" charset="-128"/>
        </a:defRPr>
      </a:lvl1pPr>
      <a:lvl2pPr marL="3268517" indent="-1255891" algn="l" defTabSz="4022342" rtl="0" eaLnBrk="1" fontAlgn="base" hangingPunct="1">
        <a:spcBef>
          <a:spcPct val="20000"/>
        </a:spcBef>
        <a:spcAft>
          <a:spcPct val="0"/>
        </a:spcAft>
        <a:buFont typeface="Arial" charset="0"/>
        <a:buChar char="–"/>
        <a:defRPr sz="12375" kern="1200">
          <a:solidFill>
            <a:schemeClr val="tx1"/>
          </a:solidFill>
          <a:latin typeface="+mn-lt"/>
          <a:ea typeface="ＭＳ Ｐゴシック" charset="-128"/>
          <a:cs typeface="+mn-cs"/>
        </a:defRPr>
      </a:lvl2pPr>
      <a:lvl3pPr marL="5027928" indent="-1005586" algn="l" defTabSz="4022342" rtl="0" eaLnBrk="1" fontAlgn="base" hangingPunct="1">
        <a:spcBef>
          <a:spcPct val="20000"/>
        </a:spcBef>
        <a:spcAft>
          <a:spcPct val="0"/>
        </a:spcAft>
        <a:buFont typeface="Arial" charset="0"/>
        <a:buChar char="•"/>
        <a:defRPr sz="10634" kern="1200">
          <a:solidFill>
            <a:schemeClr val="tx1"/>
          </a:solidFill>
          <a:latin typeface="+mn-lt"/>
          <a:ea typeface="ＭＳ Ｐゴシック" charset="-128"/>
          <a:cs typeface="+mn-cs"/>
        </a:defRPr>
      </a:lvl3pPr>
      <a:lvl4pPr marL="7040554" indent="-1005586" algn="l" defTabSz="4022342" rtl="0" eaLnBrk="1" fontAlgn="base" hangingPunct="1">
        <a:spcBef>
          <a:spcPct val="20000"/>
        </a:spcBef>
        <a:spcAft>
          <a:spcPct val="0"/>
        </a:spcAft>
        <a:buFont typeface="Arial" charset="0"/>
        <a:buChar char="–"/>
        <a:defRPr sz="8800" kern="1200">
          <a:solidFill>
            <a:schemeClr val="tx1"/>
          </a:solidFill>
          <a:latin typeface="+mn-lt"/>
          <a:ea typeface="ＭＳ Ｐゴシック" charset="-128"/>
          <a:cs typeface="+mn-cs"/>
        </a:defRPr>
      </a:lvl4pPr>
      <a:lvl5pPr marL="9051725" indent="-1005586" algn="l" defTabSz="4022342" rtl="0" eaLnBrk="1" fontAlgn="base" hangingPunct="1">
        <a:spcBef>
          <a:spcPct val="20000"/>
        </a:spcBef>
        <a:spcAft>
          <a:spcPct val="0"/>
        </a:spcAft>
        <a:buFont typeface="Arial" charset="0"/>
        <a:buChar char="»"/>
        <a:defRPr sz="8800" kern="1200">
          <a:solidFill>
            <a:schemeClr val="tx1"/>
          </a:solidFill>
          <a:latin typeface="+mn-lt"/>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p:bodyStyle>
    <p:otherStyle>
      <a:defPPr>
        <a:defRPr lang="en-US"/>
      </a:defPPr>
      <a:lvl1pPr marL="0" algn="l" defTabSz="4023305" rtl="0" eaLnBrk="1" latinLnBrk="0" hangingPunct="1">
        <a:defRPr sz="7884" kern="1200">
          <a:solidFill>
            <a:schemeClr val="tx1"/>
          </a:solidFill>
          <a:latin typeface="+mn-lt"/>
          <a:ea typeface="+mn-ea"/>
          <a:cs typeface="+mn-cs"/>
        </a:defRPr>
      </a:lvl1pPr>
      <a:lvl2pPr marL="2011653" algn="l" defTabSz="4023305" rtl="0" eaLnBrk="1" latinLnBrk="0" hangingPunct="1">
        <a:defRPr sz="7884" kern="1200">
          <a:solidFill>
            <a:schemeClr val="tx1"/>
          </a:solidFill>
          <a:latin typeface="+mn-lt"/>
          <a:ea typeface="+mn-ea"/>
          <a:cs typeface="+mn-cs"/>
        </a:defRPr>
      </a:lvl2pPr>
      <a:lvl3pPr marL="4023305" algn="l" defTabSz="4023305" rtl="0" eaLnBrk="1" latinLnBrk="0" hangingPunct="1">
        <a:defRPr sz="7884" kern="1200">
          <a:solidFill>
            <a:schemeClr val="tx1"/>
          </a:solidFill>
          <a:latin typeface="+mn-lt"/>
          <a:ea typeface="+mn-ea"/>
          <a:cs typeface="+mn-cs"/>
        </a:defRPr>
      </a:lvl3pPr>
      <a:lvl4pPr marL="6034958" algn="l" defTabSz="4023305" rtl="0" eaLnBrk="1" latinLnBrk="0" hangingPunct="1">
        <a:defRPr sz="7884" kern="1200">
          <a:solidFill>
            <a:schemeClr val="tx1"/>
          </a:solidFill>
          <a:latin typeface="+mn-lt"/>
          <a:ea typeface="+mn-ea"/>
          <a:cs typeface="+mn-cs"/>
        </a:defRPr>
      </a:lvl4pPr>
      <a:lvl5pPr marL="8046610" algn="l" defTabSz="4023305" rtl="0" eaLnBrk="1" latinLnBrk="0" hangingPunct="1">
        <a:defRPr sz="7884" kern="1200">
          <a:solidFill>
            <a:schemeClr val="tx1"/>
          </a:solidFill>
          <a:latin typeface="+mn-lt"/>
          <a:ea typeface="+mn-ea"/>
          <a:cs typeface="+mn-cs"/>
        </a:defRPr>
      </a:lvl5pPr>
      <a:lvl6pPr marL="10058263" algn="l" defTabSz="4023305" rtl="0" eaLnBrk="1" latinLnBrk="0" hangingPunct="1">
        <a:defRPr sz="7884" kern="1200">
          <a:solidFill>
            <a:schemeClr val="tx1"/>
          </a:solidFill>
          <a:latin typeface="+mn-lt"/>
          <a:ea typeface="+mn-ea"/>
          <a:cs typeface="+mn-cs"/>
        </a:defRPr>
      </a:lvl6pPr>
      <a:lvl7pPr marL="12069917" algn="l" defTabSz="4023305" rtl="0" eaLnBrk="1" latinLnBrk="0" hangingPunct="1">
        <a:defRPr sz="7884" kern="1200">
          <a:solidFill>
            <a:schemeClr val="tx1"/>
          </a:solidFill>
          <a:latin typeface="+mn-lt"/>
          <a:ea typeface="+mn-ea"/>
          <a:cs typeface="+mn-cs"/>
        </a:defRPr>
      </a:lvl7pPr>
      <a:lvl8pPr marL="14081568" algn="l" defTabSz="4023305" rtl="0" eaLnBrk="1" latinLnBrk="0" hangingPunct="1">
        <a:defRPr sz="7884" kern="1200">
          <a:solidFill>
            <a:schemeClr val="tx1"/>
          </a:solidFill>
          <a:latin typeface="+mn-lt"/>
          <a:ea typeface="+mn-ea"/>
          <a:cs typeface="+mn-cs"/>
        </a:defRPr>
      </a:lvl8pPr>
      <a:lvl9pPr marL="16093221" algn="l" defTabSz="4023305" rtl="0" eaLnBrk="1" latinLnBrk="0" hangingPunct="1">
        <a:defRPr sz="7884"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2CC861-FE92-9F49-9509-955612D70500}"/>
              </a:ext>
            </a:extLst>
          </p:cNvPr>
          <p:cNvSpPr>
            <a:spLocks noChangeArrowheads="1"/>
          </p:cNvSpPr>
          <p:nvPr userDrawn="1"/>
        </p:nvSpPr>
        <p:spPr bwMode="auto">
          <a:xfrm flipV="1">
            <a:off x="0" y="1"/>
            <a:ext cx="301752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83816" tIns="41907" rIns="83816" bIns="41907" anchor="ctr"/>
          <a:lstStyle/>
          <a:p>
            <a:endParaRPr lang="en-US" sz="7884"/>
          </a:p>
        </p:txBody>
      </p:sp>
      <p:sp>
        <p:nvSpPr>
          <p:cNvPr id="3074" name="Rectangle 33"/>
          <p:cNvSpPr>
            <a:spLocks noChangeArrowheads="1"/>
          </p:cNvSpPr>
          <p:nvPr/>
        </p:nvSpPr>
        <p:spPr bwMode="auto">
          <a:xfrm>
            <a:off x="628650" y="7994650"/>
            <a:ext cx="9340983" cy="31089600"/>
          </a:xfrm>
          <a:prstGeom prst="rect">
            <a:avLst/>
          </a:prstGeom>
          <a:solidFill>
            <a:schemeClr val="bg1"/>
          </a:solidFill>
          <a:ln w="9525">
            <a:solidFill>
              <a:schemeClr val="tx2"/>
            </a:solidFill>
            <a:miter lim="800000"/>
            <a:headEnd/>
            <a:tailEnd/>
          </a:ln>
        </p:spPr>
        <p:txBody>
          <a:bodyPr wrap="none" lIns="83816" tIns="41907" rIns="83816" bIns="41907" anchor="ctr"/>
          <a:lstStyle/>
          <a:p>
            <a:endParaRPr lang="en-US" sz="7884"/>
          </a:p>
        </p:txBody>
      </p:sp>
      <p:sp>
        <p:nvSpPr>
          <p:cNvPr id="3075" name="Rectangle 33"/>
          <p:cNvSpPr>
            <a:spLocks noChangeArrowheads="1"/>
          </p:cNvSpPr>
          <p:nvPr/>
        </p:nvSpPr>
        <p:spPr bwMode="auto">
          <a:xfrm>
            <a:off x="10416382" y="7994650"/>
            <a:ext cx="9339527" cy="31089600"/>
          </a:xfrm>
          <a:prstGeom prst="rect">
            <a:avLst/>
          </a:prstGeom>
          <a:solidFill>
            <a:schemeClr val="bg1"/>
          </a:solidFill>
          <a:ln w="9525">
            <a:solidFill>
              <a:schemeClr val="tx2"/>
            </a:solidFill>
            <a:miter lim="800000"/>
            <a:headEnd/>
            <a:tailEnd/>
          </a:ln>
        </p:spPr>
        <p:txBody>
          <a:bodyPr wrap="none" lIns="83816" tIns="41907" rIns="83816" bIns="41907" anchor="ctr"/>
          <a:lstStyle/>
          <a:p>
            <a:endParaRPr lang="en-US" sz="7884"/>
          </a:p>
        </p:txBody>
      </p:sp>
      <p:sp>
        <p:nvSpPr>
          <p:cNvPr id="3076" name="Rectangle 33"/>
          <p:cNvSpPr>
            <a:spLocks noChangeArrowheads="1"/>
          </p:cNvSpPr>
          <p:nvPr/>
        </p:nvSpPr>
        <p:spPr bwMode="auto">
          <a:xfrm>
            <a:off x="20202658" y="7994650"/>
            <a:ext cx="9340982" cy="31089600"/>
          </a:xfrm>
          <a:prstGeom prst="rect">
            <a:avLst/>
          </a:prstGeom>
          <a:solidFill>
            <a:schemeClr val="bg1"/>
          </a:solidFill>
          <a:ln w="9525">
            <a:solidFill>
              <a:schemeClr val="tx2"/>
            </a:solidFill>
            <a:miter lim="800000"/>
            <a:headEnd/>
            <a:tailEnd/>
          </a:ln>
        </p:spPr>
        <p:txBody>
          <a:bodyPr wrap="none" lIns="83816" tIns="41907" rIns="83816" bIns="41907" anchor="ctr"/>
          <a:lstStyle/>
          <a:p>
            <a:endParaRPr lang="en-US" sz="7884"/>
          </a:p>
        </p:txBody>
      </p:sp>
      <p:cxnSp>
        <p:nvCxnSpPr>
          <p:cNvPr id="36" name="Straight Connector 35"/>
          <p:cNvCxnSpPr/>
          <p:nvPr userDrawn="1"/>
        </p:nvCxnSpPr>
        <p:spPr>
          <a:xfrm>
            <a:off x="628650" y="7315200"/>
            <a:ext cx="289179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userDrawn="1"/>
        </p:nvCxnSpPr>
        <p:spPr>
          <a:xfrm>
            <a:off x="628650" y="39822438"/>
            <a:ext cx="289179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9" name="Picture 8">
            <a:extLst>
              <a:ext uri="{FF2B5EF4-FFF2-40B4-BE49-F238E27FC236}">
                <a16:creationId xmlns:a16="http://schemas.microsoft.com/office/drawing/2014/main" id="{8FB0569F-A0B7-5C49-877B-F4C926D9215E}"/>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628650" y="795127"/>
            <a:ext cx="2271289" cy="3216484"/>
          </a:xfrm>
          <a:prstGeom prst="rect">
            <a:avLst/>
          </a:prstGeom>
        </p:spPr>
      </p:pic>
    </p:spTree>
  </p:cSld>
  <p:clrMap bg1="lt1" tx1="dk1" bg2="lt2" tx2="dk2" accent1="accent1" accent2="accent2" accent3="accent3" accent4="accent4" accent5="accent5" accent6="accent6" hlink="hlink" folHlink="folHlink"/>
  <p:txStyles>
    <p:titleStyle>
      <a:lvl1pPr algn="ctr" defTabSz="4022342" rtl="0" eaLnBrk="0" fontAlgn="base" hangingPunct="0">
        <a:spcBef>
          <a:spcPct val="0"/>
        </a:spcBef>
        <a:spcAft>
          <a:spcPct val="0"/>
        </a:spcAft>
        <a:defRPr sz="8067" kern="1200">
          <a:solidFill>
            <a:schemeClr val="bg1"/>
          </a:solidFill>
          <a:latin typeface="Trebuchet MS" pitchFamily="34" charset="0"/>
          <a:ea typeface="ＭＳ Ｐゴシック" charset="-128"/>
          <a:cs typeface="ＭＳ Ｐゴシック" charset="-128"/>
        </a:defRPr>
      </a:lvl1pPr>
      <a:lvl2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2pPr>
      <a:lvl3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3pPr>
      <a:lvl4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4pPr>
      <a:lvl5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5pPr>
      <a:lvl6pPr marL="419115"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6pPr>
      <a:lvl7pPr marL="838230"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7pPr>
      <a:lvl8pPr marL="1257346"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8pPr>
      <a:lvl9pPr marL="1676461"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9pPr>
    </p:titleStyle>
    <p:bodyStyle>
      <a:lvl1pPr marL="1507651" indent="-1507651" algn="l" defTabSz="4022342" rtl="0" eaLnBrk="0" fontAlgn="base" hangingPunct="0">
        <a:spcBef>
          <a:spcPct val="20000"/>
        </a:spcBef>
        <a:spcAft>
          <a:spcPct val="0"/>
        </a:spcAft>
        <a:buFont typeface="Arial" charset="0"/>
        <a:buChar char="•"/>
        <a:defRPr sz="14117" kern="1200">
          <a:solidFill>
            <a:schemeClr val="tx1"/>
          </a:solidFill>
          <a:latin typeface="+mn-lt"/>
          <a:ea typeface="ＭＳ Ｐゴシック" charset="-128"/>
          <a:cs typeface="ＭＳ Ｐゴシック" charset="-128"/>
        </a:defRPr>
      </a:lvl1pPr>
      <a:lvl2pPr marL="3268517" indent="-1255891" algn="l" defTabSz="4022342" rtl="0" eaLnBrk="0" fontAlgn="base" hangingPunct="0">
        <a:spcBef>
          <a:spcPct val="20000"/>
        </a:spcBef>
        <a:spcAft>
          <a:spcPct val="0"/>
        </a:spcAft>
        <a:buFont typeface="Arial" charset="0"/>
        <a:buChar char="–"/>
        <a:defRPr sz="12375" kern="1200">
          <a:solidFill>
            <a:schemeClr val="tx1"/>
          </a:solidFill>
          <a:latin typeface="+mn-lt"/>
          <a:ea typeface="ＭＳ Ｐゴシック" charset="-128"/>
          <a:cs typeface="+mn-cs"/>
        </a:defRPr>
      </a:lvl2pPr>
      <a:lvl3pPr marL="5027928" indent="-1005586" algn="l" defTabSz="4022342" rtl="0" eaLnBrk="0" fontAlgn="base" hangingPunct="0">
        <a:spcBef>
          <a:spcPct val="20000"/>
        </a:spcBef>
        <a:spcAft>
          <a:spcPct val="0"/>
        </a:spcAft>
        <a:buFont typeface="Arial" charset="0"/>
        <a:buChar char="•"/>
        <a:defRPr sz="10634" kern="1200">
          <a:solidFill>
            <a:schemeClr val="tx1"/>
          </a:solidFill>
          <a:latin typeface="+mn-lt"/>
          <a:ea typeface="ＭＳ Ｐゴシック" charset="-128"/>
          <a:cs typeface="+mn-cs"/>
        </a:defRPr>
      </a:lvl3pPr>
      <a:lvl4pPr marL="7040554" indent="-1005586" algn="l" defTabSz="4022342" rtl="0" eaLnBrk="0" fontAlgn="base" hangingPunct="0">
        <a:spcBef>
          <a:spcPct val="20000"/>
        </a:spcBef>
        <a:spcAft>
          <a:spcPct val="0"/>
        </a:spcAft>
        <a:buFont typeface="Arial" charset="0"/>
        <a:buChar char="–"/>
        <a:defRPr sz="8800" kern="1200">
          <a:solidFill>
            <a:schemeClr val="tx1"/>
          </a:solidFill>
          <a:latin typeface="+mn-lt"/>
          <a:ea typeface="ＭＳ Ｐゴシック" charset="-128"/>
          <a:cs typeface="+mn-cs"/>
        </a:defRPr>
      </a:lvl4pPr>
      <a:lvl5pPr marL="9051725" indent="-1005586" algn="l" defTabSz="4022342" rtl="0" eaLnBrk="0" fontAlgn="base" hangingPunct="0">
        <a:spcBef>
          <a:spcPct val="20000"/>
        </a:spcBef>
        <a:spcAft>
          <a:spcPct val="0"/>
        </a:spcAft>
        <a:buFont typeface="Arial" charset="0"/>
        <a:buChar char="»"/>
        <a:defRPr sz="8800" kern="1200">
          <a:solidFill>
            <a:schemeClr val="tx1"/>
          </a:solidFill>
          <a:latin typeface="+mn-lt"/>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p:bodyStyle>
    <p:otherStyle>
      <a:defPPr>
        <a:defRPr lang="en-US"/>
      </a:defPPr>
      <a:lvl1pPr marL="0" algn="l" defTabSz="4023305" rtl="0" eaLnBrk="1" latinLnBrk="0" hangingPunct="1">
        <a:defRPr sz="7884" kern="1200">
          <a:solidFill>
            <a:schemeClr val="tx1"/>
          </a:solidFill>
          <a:latin typeface="+mn-lt"/>
          <a:ea typeface="+mn-ea"/>
          <a:cs typeface="+mn-cs"/>
        </a:defRPr>
      </a:lvl1pPr>
      <a:lvl2pPr marL="2011653" algn="l" defTabSz="4023305" rtl="0" eaLnBrk="1" latinLnBrk="0" hangingPunct="1">
        <a:defRPr sz="7884" kern="1200">
          <a:solidFill>
            <a:schemeClr val="tx1"/>
          </a:solidFill>
          <a:latin typeface="+mn-lt"/>
          <a:ea typeface="+mn-ea"/>
          <a:cs typeface="+mn-cs"/>
        </a:defRPr>
      </a:lvl2pPr>
      <a:lvl3pPr marL="4023305" algn="l" defTabSz="4023305" rtl="0" eaLnBrk="1" latinLnBrk="0" hangingPunct="1">
        <a:defRPr sz="7884" kern="1200">
          <a:solidFill>
            <a:schemeClr val="tx1"/>
          </a:solidFill>
          <a:latin typeface="+mn-lt"/>
          <a:ea typeface="+mn-ea"/>
          <a:cs typeface="+mn-cs"/>
        </a:defRPr>
      </a:lvl3pPr>
      <a:lvl4pPr marL="6034958" algn="l" defTabSz="4023305" rtl="0" eaLnBrk="1" latinLnBrk="0" hangingPunct="1">
        <a:defRPr sz="7884" kern="1200">
          <a:solidFill>
            <a:schemeClr val="tx1"/>
          </a:solidFill>
          <a:latin typeface="+mn-lt"/>
          <a:ea typeface="+mn-ea"/>
          <a:cs typeface="+mn-cs"/>
        </a:defRPr>
      </a:lvl4pPr>
      <a:lvl5pPr marL="8046610" algn="l" defTabSz="4023305" rtl="0" eaLnBrk="1" latinLnBrk="0" hangingPunct="1">
        <a:defRPr sz="7884" kern="1200">
          <a:solidFill>
            <a:schemeClr val="tx1"/>
          </a:solidFill>
          <a:latin typeface="+mn-lt"/>
          <a:ea typeface="+mn-ea"/>
          <a:cs typeface="+mn-cs"/>
        </a:defRPr>
      </a:lvl5pPr>
      <a:lvl6pPr marL="10058263" algn="l" defTabSz="4023305" rtl="0" eaLnBrk="1" latinLnBrk="0" hangingPunct="1">
        <a:defRPr sz="7884" kern="1200">
          <a:solidFill>
            <a:schemeClr val="tx1"/>
          </a:solidFill>
          <a:latin typeface="+mn-lt"/>
          <a:ea typeface="+mn-ea"/>
          <a:cs typeface="+mn-cs"/>
        </a:defRPr>
      </a:lvl6pPr>
      <a:lvl7pPr marL="12069917" algn="l" defTabSz="4023305" rtl="0" eaLnBrk="1" latinLnBrk="0" hangingPunct="1">
        <a:defRPr sz="7884" kern="1200">
          <a:solidFill>
            <a:schemeClr val="tx1"/>
          </a:solidFill>
          <a:latin typeface="+mn-lt"/>
          <a:ea typeface="+mn-ea"/>
          <a:cs typeface="+mn-cs"/>
        </a:defRPr>
      </a:lvl7pPr>
      <a:lvl8pPr marL="14081568" algn="l" defTabSz="4023305" rtl="0" eaLnBrk="1" latinLnBrk="0" hangingPunct="1">
        <a:defRPr sz="7884" kern="1200">
          <a:solidFill>
            <a:schemeClr val="tx1"/>
          </a:solidFill>
          <a:latin typeface="+mn-lt"/>
          <a:ea typeface="+mn-ea"/>
          <a:cs typeface="+mn-cs"/>
        </a:defRPr>
      </a:lvl8pPr>
      <a:lvl9pPr marL="16093221" algn="l" defTabSz="4023305" rtl="0" eaLnBrk="1" latinLnBrk="0" hangingPunct="1">
        <a:defRPr sz="7884"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Rectangle 33"/>
          <p:cNvSpPr>
            <a:spLocks noChangeArrowheads="1"/>
          </p:cNvSpPr>
          <p:nvPr/>
        </p:nvSpPr>
        <p:spPr bwMode="auto">
          <a:xfrm>
            <a:off x="628650" y="8007350"/>
            <a:ext cx="6915150" cy="31089600"/>
          </a:xfrm>
          <a:prstGeom prst="rect">
            <a:avLst/>
          </a:prstGeom>
          <a:solidFill>
            <a:schemeClr val="bg1"/>
          </a:solidFill>
          <a:ln w="9525">
            <a:solidFill>
              <a:schemeClr val="tx2"/>
            </a:solidFill>
            <a:miter lim="800000"/>
            <a:headEnd/>
            <a:tailEnd/>
          </a:ln>
        </p:spPr>
        <p:txBody>
          <a:bodyPr wrap="none" lIns="83816" tIns="41907" rIns="83816" bIns="41907" anchor="ctr"/>
          <a:lstStyle/>
          <a:p>
            <a:endParaRPr lang="en-US" sz="7884"/>
          </a:p>
        </p:txBody>
      </p:sp>
      <p:sp>
        <p:nvSpPr>
          <p:cNvPr id="5123" name="Rectangle 35"/>
          <p:cNvSpPr>
            <a:spLocks noChangeArrowheads="1"/>
          </p:cNvSpPr>
          <p:nvPr/>
        </p:nvSpPr>
        <p:spPr bwMode="auto">
          <a:xfrm>
            <a:off x="22631400" y="8007350"/>
            <a:ext cx="6915150" cy="31089600"/>
          </a:xfrm>
          <a:prstGeom prst="rect">
            <a:avLst/>
          </a:prstGeom>
          <a:solidFill>
            <a:schemeClr val="bg1"/>
          </a:solidFill>
          <a:ln w="9525">
            <a:solidFill>
              <a:schemeClr val="tx2"/>
            </a:solidFill>
            <a:miter lim="800000"/>
            <a:headEnd/>
            <a:tailEnd/>
          </a:ln>
        </p:spPr>
        <p:txBody>
          <a:bodyPr wrap="none" lIns="83816" tIns="41907" rIns="83816" bIns="41907" anchor="ctr"/>
          <a:lstStyle/>
          <a:p>
            <a:endParaRPr lang="en-US" sz="7884"/>
          </a:p>
        </p:txBody>
      </p:sp>
      <p:sp>
        <p:nvSpPr>
          <p:cNvPr id="5124" name="Rectangle 33"/>
          <p:cNvSpPr>
            <a:spLocks noChangeArrowheads="1"/>
          </p:cNvSpPr>
          <p:nvPr/>
        </p:nvSpPr>
        <p:spPr bwMode="auto">
          <a:xfrm>
            <a:off x="7989094" y="8007350"/>
            <a:ext cx="14144625" cy="31089600"/>
          </a:xfrm>
          <a:prstGeom prst="rect">
            <a:avLst/>
          </a:prstGeom>
          <a:solidFill>
            <a:schemeClr val="bg1"/>
          </a:solidFill>
          <a:ln w="9525">
            <a:solidFill>
              <a:schemeClr val="tx2"/>
            </a:solidFill>
            <a:miter lim="800000"/>
            <a:headEnd/>
            <a:tailEnd/>
          </a:ln>
        </p:spPr>
        <p:txBody>
          <a:bodyPr wrap="none" lIns="83816" tIns="41907" rIns="83816" bIns="41907" anchor="ctr"/>
          <a:lstStyle/>
          <a:p>
            <a:endParaRPr lang="en-US" sz="7884"/>
          </a:p>
        </p:txBody>
      </p:sp>
      <p:cxnSp>
        <p:nvCxnSpPr>
          <p:cNvPr id="22" name="Straight Connector 21"/>
          <p:cNvCxnSpPr/>
          <p:nvPr userDrawn="1"/>
        </p:nvCxnSpPr>
        <p:spPr>
          <a:xfrm>
            <a:off x="628650" y="7315200"/>
            <a:ext cx="289179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userDrawn="1"/>
        </p:nvCxnSpPr>
        <p:spPr>
          <a:xfrm>
            <a:off x="628650" y="39822438"/>
            <a:ext cx="289179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046A2C79-EB5F-B048-9484-9CAC8B0EC169}"/>
              </a:ext>
            </a:extLst>
          </p:cNvPr>
          <p:cNvSpPr>
            <a:spLocks noChangeArrowheads="1"/>
          </p:cNvSpPr>
          <p:nvPr userDrawn="1"/>
        </p:nvSpPr>
        <p:spPr bwMode="auto">
          <a:xfrm flipV="1">
            <a:off x="0" y="1"/>
            <a:ext cx="301752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83816" tIns="41907" rIns="83816" bIns="41907" anchor="ctr"/>
          <a:lstStyle/>
          <a:p>
            <a:endParaRPr lang="en-US" sz="7884"/>
          </a:p>
        </p:txBody>
      </p:sp>
      <p:pic>
        <p:nvPicPr>
          <p:cNvPr id="10" name="Picture 9">
            <a:extLst>
              <a:ext uri="{FF2B5EF4-FFF2-40B4-BE49-F238E27FC236}">
                <a16:creationId xmlns:a16="http://schemas.microsoft.com/office/drawing/2014/main" id="{9962EBB0-BB35-F74F-95F9-86A1BCF18C1D}"/>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28650" y="795127"/>
            <a:ext cx="2271289" cy="3216484"/>
          </a:xfrm>
          <a:prstGeom prst="rect">
            <a:avLst/>
          </a:prstGeom>
        </p:spPr>
      </p:pic>
    </p:spTree>
  </p:cSld>
  <p:clrMap bg1="lt1" tx1="dk1" bg2="lt2" tx2="dk2" accent1="accent1" accent2="accent2" accent3="accent3" accent4="accent4" accent5="accent5" accent6="accent6" hlink="hlink" folHlink="folHlink"/>
  <p:sldLayoutIdLst>
    <p:sldLayoutId id="2147483755" r:id="rId1"/>
  </p:sldLayoutIdLst>
  <p:txStyles>
    <p:titleStyle>
      <a:lvl1pPr algn="ctr" defTabSz="4022342" rtl="0" eaLnBrk="0" fontAlgn="base" hangingPunct="0">
        <a:spcBef>
          <a:spcPct val="0"/>
        </a:spcBef>
        <a:spcAft>
          <a:spcPct val="0"/>
        </a:spcAft>
        <a:defRPr sz="8067" kern="1200">
          <a:solidFill>
            <a:schemeClr val="bg1"/>
          </a:solidFill>
          <a:latin typeface="Trebuchet MS" pitchFamily="34" charset="0"/>
          <a:ea typeface="ＭＳ Ｐゴシック" charset="-128"/>
          <a:cs typeface="ＭＳ Ｐゴシック" charset="-128"/>
        </a:defRPr>
      </a:lvl1pPr>
      <a:lvl2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2pPr>
      <a:lvl3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3pPr>
      <a:lvl4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4pPr>
      <a:lvl5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5pPr>
      <a:lvl6pPr marL="419115"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6pPr>
      <a:lvl7pPr marL="838230"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7pPr>
      <a:lvl8pPr marL="1257346"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8pPr>
      <a:lvl9pPr marL="1676461"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9pPr>
    </p:titleStyle>
    <p:bodyStyle>
      <a:lvl1pPr marL="1507651" indent="-1507651" algn="l" defTabSz="4022342" rtl="0" eaLnBrk="0" fontAlgn="base" hangingPunct="0">
        <a:spcBef>
          <a:spcPct val="20000"/>
        </a:spcBef>
        <a:spcAft>
          <a:spcPct val="0"/>
        </a:spcAft>
        <a:buFont typeface="Arial" charset="0"/>
        <a:buChar char="•"/>
        <a:defRPr sz="14117" kern="1200">
          <a:solidFill>
            <a:schemeClr val="tx1"/>
          </a:solidFill>
          <a:latin typeface="+mn-lt"/>
          <a:ea typeface="ＭＳ Ｐゴシック" charset="-128"/>
          <a:cs typeface="ＭＳ Ｐゴシック" charset="-128"/>
        </a:defRPr>
      </a:lvl1pPr>
      <a:lvl2pPr marL="3268517" indent="-1255891" algn="l" defTabSz="4022342" rtl="0" eaLnBrk="0" fontAlgn="base" hangingPunct="0">
        <a:spcBef>
          <a:spcPct val="20000"/>
        </a:spcBef>
        <a:spcAft>
          <a:spcPct val="0"/>
        </a:spcAft>
        <a:buFont typeface="Arial" charset="0"/>
        <a:buChar char="–"/>
        <a:defRPr sz="12375" kern="1200">
          <a:solidFill>
            <a:schemeClr val="tx1"/>
          </a:solidFill>
          <a:latin typeface="+mn-lt"/>
          <a:ea typeface="ＭＳ Ｐゴシック" charset="-128"/>
          <a:cs typeface="+mn-cs"/>
        </a:defRPr>
      </a:lvl2pPr>
      <a:lvl3pPr marL="5027928" indent="-1005586" algn="l" defTabSz="4022342" rtl="0" eaLnBrk="0" fontAlgn="base" hangingPunct="0">
        <a:spcBef>
          <a:spcPct val="20000"/>
        </a:spcBef>
        <a:spcAft>
          <a:spcPct val="0"/>
        </a:spcAft>
        <a:buFont typeface="Arial" charset="0"/>
        <a:buChar char="•"/>
        <a:defRPr sz="10634" kern="1200">
          <a:solidFill>
            <a:schemeClr val="tx1"/>
          </a:solidFill>
          <a:latin typeface="+mn-lt"/>
          <a:ea typeface="ＭＳ Ｐゴシック" charset="-128"/>
          <a:cs typeface="+mn-cs"/>
        </a:defRPr>
      </a:lvl3pPr>
      <a:lvl4pPr marL="7040554" indent="-1005586" algn="l" defTabSz="4022342" rtl="0" eaLnBrk="0" fontAlgn="base" hangingPunct="0">
        <a:spcBef>
          <a:spcPct val="20000"/>
        </a:spcBef>
        <a:spcAft>
          <a:spcPct val="0"/>
        </a:spcAft>
        <a:buFont typeface="Arial" charset="0"/>
        <a:buChar char="–"/>
        <a:defRPr sz="8800" kern="1200">
          <a:solidFill>
            <a:schemeClr val="tx1"/>
          </a:solidFill>
          <a:latin typeface="+mn-lt"/>
          <a:ea typeface="ＭＳ Ｐゴシック" charset="-128"/>
          <a:cs typeface="+mn-cs"/>
        </a:defRPr>
      </a:lvl4pPr>
      <a:lvl5pPr marL="9051725" indent="-1005586" algn="l" defTabSz="4022342" rtl="0" eaLnBrk="0" fontAlgn="base" hangingPunct="0">
        <a:spcBef>
          <a:spcPct val="20000"/>
        </a:spcBef>
        <a:spcAft>
          <a:spcPct val="0"/>
        </a:spcAft>
        <a:buFont typeface="Arial" charset="0"/>
        <a:buChar char="»"/>
        <a:defRPr sz="8800" kern="1200">
          <a:solidFill>
            <a:schemeClr val="tx1"/>
          </a:solidFill>
          <a:latin typeface="+mn-lt"/>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p:bodyStyle>
    <p:otherStyle>
      <a:defPPr>
        <a:defRPr lang="en-US"/>
      </a:defPPr>
      <a:lvl1pPr marL="0" algn="l" defTabSz="4023305" rtl="0" eaLnBrk="1" latinLnBrk="0" hangingPunct="1">
        <a:defRPr sz="7884" kern="1200">
          <a:solidFill>
            <a:schemeClr val="tx1"/>
          </a:solidFill>
          <a:latin typeface="+mn-lt"/>
          <a:ea typeface="+mn-ea"/>
          <a:cs typeface="+mn-cs"/>
        </a:defRPr>
      </a:lvl1pPr>
      <a:lvl2pPr marL="2011653" algn="l" defTabSz="4023305" rtl="0" eaLnBrk="1" latinLnBrk="0" hangingPunct="1">
        <a:defRPr sz="7884" kern="1200">
          <a:solidFill>
            <a:schemeClr val="tx1"/>
          </a:solidFill>
          <a:latin typeface="+mn-lt"/>
          <a:ea typeface="+mn-ea"/>
          <a:cs typeface="+mn-cs"/>
        </a:defRPr>
      </a:lvl2pPr>
      <a:lvl3pPr marL="4023305" algn="l" defTabSz="4023305" rtl="0" eaLnBrk="1" latinLnBrk="0" hangingPunct="1">
        <a:defRPr sz="7884" kern="1200">
          <a:solidFill>
            <a:schemeClr val="tx1"/>
          </a:solidFill>
          <a:latin typeface="+mn-lt"/>
          <a:ea typeface="+mn-ea"/>
          <a:cs typeface="+mn-cs"/>
        </a:defRPr>
      </a:lvl3pPr>
      <a:lvl4pPr marL="6034958" algn="l" defTabSz="4023305" rtl="0" eaLnBrk="1" latinLnBrk="0" hangingPunct="1">
        <a:defRPr sz="7884" kern="1200">
          <a:solidFill>
            <a:schemeClr val="tx1"/>
          </a:solidFill>
          <a:latin typeface="+mn-lt"/>
          <a:ea typeface="+mn-ea"/>
          <a:cs typeface="+mn-cs"/>
        </a:defRPr>
      </a:lvl4pPr>
      <a:lvl5pPr marL="8046610" algn="l" defTabSz="4023305" rtl="0" eaLnBrk="1" latinLnBrk="0" hangingPunct="1">
        <a:defRPr sz="7884" kern="1200">
          <a:solidFill>
            <a:schemeClr val="tx1"/>
          </a:solidFill>
          <a:latin typeface="+mn-lt"/>
          <a:ea typeface="+mn-ea"/>
          <a:cs typeface="+mn-cs"/>
        </a:defRPr>
      </a:lvl5pPr>
      <a:lvl6pPr marL="10058263" algn="l" defTabSz="4023305" rtl="0" eaLnBrk="1" latinLnBrk="0" hangingPunct="1">
        <a:defRPr sz="7884" kern="1200">
          <a:solidFill>
            <a:schemeClr val="tx1"/>
          </a:solidFill>
          <a:latin typeface="+mn-lt"/>
          <a:ea typeface="+mn-ea"/>
          <a:cs typeface="+mn-cs"/>
        </a:defRPr>
      </a:lvl6pPr>
      <a:lvl7pPr marL="12069917" algn="l" defTabSz="4023305" rtl="0" eaLnBrk="1" latinLnBrk="0" hangingPunct="1">
        <a:defRPr sz="7884" kern="1200">
          <a:solidFill>
            <a:schemeClr val="tx1"/>
          </a:solidFill>
          <a:latin typeface="+mn-lt"/>
          <a:ea typeface="+mn-ea"/>
          <a:cs typeface="+mn-cs"/>
        </a:defRPr>
      </a:lvl7pPr>
      <a:lvl8pPr marL="14081568" algn="l" defTabSz="4023305" rtl="0" eaLnBrk="1" latinLnBrk="0" hangingPunct="1">
        <a:defRPr sz="7884" kern="1200">
          <a:solidFill>
            <a:schemeClr val="tx1"/>
          </a:solidFill>
          <a:latin typeface="+mn-lt"/>
          <a:ea typeface="+mn-ea"/>
          <a:cs typeface="+mn-cs"/>
        </a:defRPr>
      </a:lvl8pPr>
      <a:lvl9pPr marL="16093221" algn="l" defTabSz="4023305" rtl="0" eaLnBrk="1" latinLnBrk="0" hangingPunct="1">
        <a:defRPr sz="7884"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170" name="Rectangle 33"/>
          <p:cNvSpPr>
            <a:spLocks noChangeArrowheads="1"/>
          </p:cNvSpPr>
          <p:nvPr/>
        </p:nvSpPr>
        <p:spPr bwMode="auto">
          <a:xfrm>
            <a:off x="8016744" y="7999413"/>
            <a:ext cx="21526896" cy="31089600"/>
          </a:xfrm>
          <a:prstGeom prst="rect">
            <a:avLst/>
          </a:prstGeom>
          <a:solidFill>
            <a:schemeClr val="bg1"/>
          </a:solidFill>
          <a:ln w="9525">
            <a:solidFill>
              <a:schemeClr val="tx2"/>
            </a:solidFill>
            <a:miter lim="800000"/>
            <a:headEnd/>
            <a:tailEnd/>
          </a:ln>
        </p:spPr>
        <p:txBody>
          <a:bodyPr wrap="none" lIns="83816" tIns="41907" rIns="83816" bIns="41907" anchor="ctr"/>
          <a:lstStyle/>
          <a:p>
            <a:endParaRPr lang="en-US" sz="7884"/>
          </a:p>
        </p:txBody>
      </p:sp>
      <p:sp>
        <p:nvSpPr>
          <p:cNvPr id="6147" name="Rectangle 33"/>
          <p:cNvSpPr>
            <a:spLocks noChangeArrowheads="1"/>
          </p:cNvSpPr>
          <p:nvPr userDrawn="1"/>
        </p:nvSpPr>
        <p:spPr bwMode="auto">
          <a:xfrm>
            <a:off x="628650" y="7999413"/>
            <a:ext cx="6915150" cy="31089600"/>
          </a:xfrm>
          <a:prstGeom prst="rect">
            <a:avLst/>
          </a:prstGeom>
          <a:solidFill>
            <a:schemeClr val="bg1">
              <a:lumMod val="95000"/>
            </a:schemeClr>
          </a:solidFill>
          <a:ln w="9525">
            <a:solidFill>
              <a:schemeClr val="tx2"/>
            </a:solidFill>
            <a:miter lim="800000"/>
            <a:headEnd/>
            <a:tailEnd/>
          </a:ln>
        </p:spPr>
        <p:txBody>
          <a:bodyPr wrap="none" lIns="83816" tIns="41907" rIns="83816" bIns="41907" anchor="ctr"/>
          <a:lstStyle/>
          <a:p>
            <a:pPr>
              <a:defRPr/>
            </a:pPr>
            <a:endParaRPr lang="en-US" sz="7884"/>
          </a:p>
        </p:txBody>
      </p:sp>
      <p:cxnSp>
        <p:nvCxnSpPr>
          <p:cNvPr id="21" name="Straight Connector 20"/>
          <p:cNvCxnSpPr/>
          <p:nvPr userDrawn="1"/>
        </p:nvCxnSpPr>
        <p:spPr>
          <a:xfrm>
            <a:off x="628650" y="7315200"/>
            <a:ext cx="28917900" cy="0"/>
          </a:xfrm>
          <a:prstGeom prst="line">
            <a:avLst/>
          </a:prstGeom>
          <a:ln w="762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a:off x="628650" y="39822438"/>
            <a:ext cx="28917900" cy="0"/>
          </a:xfrm>
          <a:prstGeom prst="line">
            <a:avLst/>
          </a:prstGeom>
          <a:ln w="38100" cap="flat" cmpd="sng" algn="ctr">
            <a:solidFill>
              <a:schemeClr val="tx2">
                <a:alpha val="50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E7BE1506-68B1-B74D-9564-838841A60713}"/>
              </a:ext>
            </a:extLst>
          </p:cNvPr>
          <p:cNvSpPr>
            <a:spLocks noChangeArrowheads="1"/>
          </p:cNvSpPr>
          <p:nvPr userDrawn="1"/>
        </p:nvSpPr>
        <p:spPr bwMode="auto">
          <a:xfrm flipV="1">
            <a:off x="0" y="1"/>
            <a:ext cx="30175200" cy="6596063"/>
          </a:xfrm>
          <a:prstGeom prst="rec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83816" tIns="41907" rIns="83816" bIns="41907" anchor="ctr"/>
          <a:lstStyle/>
          <a:p>
            <a:endParaRPr lang="en-US" sz="7884"/>
          </a:p>
        </p:txBody>
      </p:sp>
      <p:pic>
        <p:nvPicPr>
          <p:cNvPr id="9" name="Picture 8">
            <a:extLst>
              <a:ext uri="{FF2B5EF4-FFF2-40B4-BE49-F238E27FC236}">
                <a16:creationId xmlns:a16="http://schemas.microsoft.com/office/drawing/2014/main" id="{97FCA64A-87BF-8C48-936C-E1C3E86F8E46}"/>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628650" y="795127"/>
            <a:ext cx="2271289" cy="3216484"/>
          </a:xfrm>
          <a:prstGeom prst="rect">
            <a:avLst/>
          </a:prstGeom>
        </p:spPr>
      </p:pic>
    </p:spTree>
  </p:cSld>
  <p:clrMap bg1="lt1" tx1="dk1" bg2="lt2" tx2="dk2" accent1="accent1" accent2="accent2" accent3="accent3" accent4="accent4" accent5="accent5" accent6="accent6" hlink="hlink" folHlink="folHlink"/>
  <p:sldLayoutIdLst>
    <p:sldLayoutId id="2147483756" r:id="rId1"/>
  </p:sldLayoutIdLst>
  <p:txStyles>
    <p:titleStyle>
      <a:lvl1pPr algn="ctr" defTabSz="4022342" rtl="0" eaLnBrk="0" fontAlgn="base" hangingPunct="0">
        <a:spcBef>
          <a:spcPct val="0"/>
        </a:spcBef>
        <a:spcAft>
          <a:spcPct val="0"/>
        </a:spcAft>
        <a:defRPr sz="8067" kern="1200">
          <a:solidFill>
            <a:schemeClr val="bg1"/>
          </a:solidFill>
          <a:latin typeface="Trebuchet MS" pitchFamily="34" charset="0"/>
          <a:ea typeface="ＭＳ Ｐゴシック" charset="-128"/>
          <a:cs typeface="ＭＳ Ｐゴシック" charset="-128"/>
        </a:defRPr>
      </a:lvl1pPr>
      <a:lvl2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2pPr>
      <a:lvl3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3pPr>
      <a:lvl4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4pPr>
      <a:lvl5pPr algn="ctr" defTabSz="4022342" rtl="0" eaLnBrk="0" fontAlgn="base" hangingPunct="0">
        <a:spcBef>
          <a:spcPct val="0"/>
        </a:spcBef>
        <a:spcAft>
          <a:spcPct val="0"/>
        </a:spcAft>
        <a:defRPr sz="8067">
          <a:solidFill>
            <a:schemeClr val="bg1"/>
          </a:solidFill>
          <a:latin typeface="Trebuchet MS" charset="0"/>
          <a:ea typeface="ＭＳ Ｐゴシック" charset="-128"/>
          <a:cs typeface="ＭＳ Ｐゴシック" charset="-128"/>
        </a:defRPr>
      </a:lvl5pPr>
      <a:lvl6pPr marL="419115"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6pPr>
      <a:lvl7pPr marL="838230"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7pPr>
      <a:lvl8pPr marL="1257346"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8pPr>
      <a:lvl9pPr marL="1676461" algn="ctr" defTabSz="4022342" rtl="0" fontAlgn="base">
        <a:spcBef>
          <a:spcPct val="0"/>
        </a:spcBef>
        <a:spcAft>
          <a:spcPct val="0"/>
        </a:spcAft>
        <a:defRPr sz="8067">
          <a:solidFill>
            <a:schemeClr val="bg1"/>
          </a:solidFill>
          <a:latin typeface="Trebuchet MS" charset="0"/>
          <a:ea typeface="ＭＳ Ｐゴシック" charset="-128"/>
          <a:cs typeface="ＭＳ Ｐゴシック" charset="-128"/>
        </a:defRPr>
      </a:lvl9pPr>
    </p:titleStyle>
    <p:bodyStyle>
      <a:lvl1pPr marL="1507651" indent="-1507651" algn="l" defTabSz="4022342" rtl="0" eaLnBrk="0" fontAlgn="base" hangingPunct="0">
        <a:spcBef>
          <a:spcPct val="20000"/>
        </a:spcBef>
        <a:spcAft>
          <a:spcPct val="0"/>
        </a:spcAft>
        <a:buFont typeface="Arial" charset="0"/>
        <a:buChar char="•"/>
        <a:defRPr sz="14117" kern="1200">
          <a:solidFill>
            <a:schemeClr val="tx1"/>
          </a:solidFill>
          <a:latin typeface="+mn-lt"/>
          <a:ea typeface="ＭＳ Ｐゴシック" charset="-128"/>
          <a:cs typeface="ＭＳ Ｐゴシック" charset="-128"/>
        </a:defRPr>
      </a:lvl1pPr>
      <a:lvl2pPr marL="3268517" indent="-1255891" algn="l" defTabSz="4022342" rtl="0" eaLnBrk="0" fontAlgn="base" hangingPunct="0">
        <a:spcBef>
          <a:spcPct val="20000"/>
        </a:spcBef>
        <a:spcAft>
          <a:spcPct val="0"/>
        </a:spcAft>
        <a:buFont typeface="Arial" charset="0"/>
        <a:buChar char="–"/>
        <a:defRPr sz="12375" kern="1200">
          <a:solidFill>
            <a:schemeClr val="tx1"/>
          </a:solidFill>
          <a:latin typeface="+mn-lt"/>
          <a:ea typeface="ＭＳ Ｐゴシック" charset="-128"/>
          <a:cs typeface="+mn-cs"/>
        </a:defRPr>
      </a:lvl2pPr>
      <a:lvl3pPr marL="5027928" indent="-1005586" algn="l" defTabSz="4022342" rtl="0" eaLnBrk="0" fontAlgn="base" hangingPunct="0">
        <a:spcBef>
          <a:spcPct val="20000"/>
        </a:spcBef>
        <a:spcAft>
          <a:spcPct val="0"/>
        </a:spcAft>
        <a:buFont typeface="Arial" charset="0"/>
        <a:buChar char="•"/>
        <a:defRPr sz="10634" kern="1200">
          <a:solidFill>
            <a:schemeClr val="tx1"/>
          </a:solidFill>
          <a:latin typeface="+mn-lt"/>
          <a:ea typeface="ＭＳ Ｐゴシック" charset="-128"/>
          <a:cs typeface="+mn-cs"/>
        </a:defRPr>
      </a:lvl3pPr>
      <a:lvl4pPr marL="7040554" indent="-1005586" algn="l" defTabSz="4022342" rtl="0" eaLnBrk="0" fontAlgn="base" hangingPunct="0">
        <a:spcBef>
          <a:spcPct val="20000"/>
        </a:spcBef>
        <a:spcAft>
          <a:spcPct val="0"/>
        </a:spcAft>
        <a:buFont typeface="Arial" charset="0"/>
        <a:buChar char="–"/>
        <a:defRPr sz="8800" kern="1200">
          <a:solidFill>
            <a:schemeClr val="tx1"/>
          </a:solidFill>
          <a:latin typeface="+mn-lt"/>
          <a:ea typeface="ＭＳ Ｐゴシック" charset="-128"/>
          <a:cs typeface="+mn-cs"/>
        </a:defRPr>
      </a:lvl4pPr>
      <a:lvl5pPr marL="9051725" indent="-1005586" algn="l" defTabSz="4022342" rtl="0" eaLnBrk="0" fontAlgn="base" hangingPunct="0">
        <a:spcBef>
          <a:spcPct val="20000"/>
        </a:spcBef>
        <a:spcAft>
          <a:spcPct val="0"/>
        </a:spcAft>
        <a:buFont typeface="Arial" charset="0"/>
        <a:buChar char="»"/>
        <a:defRPr sz="8800" kern="1200">
          <a:solidFill>
            <a:schemeClr val="tx1"/>
          </a:solidFill>
          <a:latin typeface="+mn-lt"/>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p:bodyStyle>
    <p:otherStyle>
      <a:defPPr>
        <a:defRPr lang="en-US"/>
      </a:defPPr>
      <a:lvl1pPr marL="0" algn="l" defTabSz="4023305" rtl="0" eaLnBrk="1" latinLnBrk="0" hangingPunct="1">
        <a:defRPr sz="7884" kern="1200">
          <a:solidFill>
            <a:schemeClr val="tx1"/>
          </a:solidFill>
          <a:latin typeface="+mn-lt"/>
          <a:ea typeface="+mn-ea"/>
          <a:cs typeface="+mn-cs"/>
        </a:defRPr>
      </a:lvl1pPr>
      <a:lvl2pPr marL="2011653" algn="l" defTabSz="4023305" rtl="0" eaLnBrk="1" latinLnBrk="0" hangingPunct="1">
        <a:defRPr sz="7884" kern="1200">
          <a:solidFill>
            <a:schemeClr val="tx1"/>
          </a:solidFill>
          <a:latin typeface="+mn-lt"/>
          <a:ea typeface="+mn-ea"/>
          <a:cs typeface="+mn-cs"/>
        </a:defRPr>
      </a:lvl2pPr>
      <a:lvl3pPr marL="4023305" algn="l" defTabSz="4023305" rtl="0" eaLnBrk="1" latinLnBrk="0" hangingPunct="1">
        <a:defRPr sz="7884" kern="1200">
          <a:solidFill>
            <a:schemeClr val="tx1"/>
          </a:solidFill>
          <a:latin typeface="+mn-lt"/>
          <a:ea typeface="+mn-ea"/>
          <a:cs typeface="+mn-cs"/>
        </a:defRPr>
      </a:lvl3pPr>
      <a:lvl4pPr marL="6034958" algn="l" defTabSz="4023305" rtl="0" eaLnBrk="1" latinLnBrk="0" hangingPunct="1">
        <a:defRPr sz="7884" kern="1200">
          <a:solidFill>
            <a:schemeClr val="tx1"/>
          </a:solidFill>
          <a:latin typeface="+mn-lt"/>
          <a:ea typeface="+mn-ea"/>
          <a:cs typeface="+mn-cs"/>
        </a:defRPr>
      </a:lvl4pPr>
      <a:lvl5pPr marL="8046610" algn="l" defTabSz="4023305" rtl="0" eaLnBrk="1" latinLnBrk="0" hangingPunct="1">
        <a:defRPr sz="7884" kern="1200">
          <a:solidFill>
            <a:schemeClr val="tx1"/>
          </a:solidFill>
          <a:latin typeface="+mn-lt"/>
          <a:ea typeface="+mn-ea"/>
          <a:cs typeface="+mn-cs"/>
        </a:defRPr>
      </a:lvl5pPr>
      <a:lvl6pPr marL="10058263" algn="l" defTabSz="4023305" rtl="0" eaLnBrk="1" latinLnBrk="0" hangingPunct="1">
        <a:defRPr sz="7884" kern="1200">
          <a:solidFill>
            <a:schemeClr val="tx1"/>
          </a:solidFill>
          <a:latin typeface="+mn-lt"/>
          <a:ea typeface="+mn-ea"/>
          <a:cs typeface="+mn-cs"/>
        </a:defRPr>
      </a:lvl6pPr>
      <a:lvl7pPr marL="12069917" algn="l" defTabSz="4023305" rtl="0" eaLnBrk="1" latinLnBrk="0" hangingPunct="1">
        <a:defRPr sz="7884" kern="1200">
          <a:solidFill>
            <a:schemeClr val="tx1"/>
          </a:solidFill>
          <a:latin typeface="+mn-lt"/>
          <a:ea typeface="+mn-ea"/>
          <a:cs typeface="+mn-cs"/>
        </a:defRPr>
      </a:lvl7pPr>
      <a:lvl8pPr marL="14081568" algn="l" defTabSz="4023305" rtl="0" eaLnBrk="1" latinLnBrk="0" hangingPunct="1">
        <a:defRPr sz="7884" kern="1200">
          <a:solidFill>
            <a:schemeClr val="tx1"/>
          </a:solidFill>
          <a:latin typeface="+mn-lt"/>
          <a:ea typeface="+mn-ea"/>
          <a:cs typeface="+mn-cs"/>
        </a:defRPr>
      </a:lvl8pPr>
      <a:lvl9pPr marL="16093221" algn="l" defTabSz="4023305" rtl="0" eaLnBrk="1" latinLnBrk="0" hangingPunct="1">
        <a:defRPr sz="78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Placeholder 25">
            <a:extLst>
              <a:ext uri="{FF2B5EF4-FFF2-40B4-BE49-F238E27FC236}">
                <a16:creationId xmlns:a16="http://schemas.microsoft.com/office/drawing/2014/main" id="{D10BB649-0E1C-1E40-68A4-6642A6BA1B09}"/>
              </a:ext>
            </a:extLst>
          </p:cNvPr>
          <p:cNvPicPr>
            <a:picLocks noGrp="1" noChangeAspect="1"/>
          </p:cNvPicPr>
          <p:nvPr>
            <p:ph type="pic" sz="quarter" idx="154"/>
          </p:nvPr>
        </p:nvPicPr>
        <p:blipFill>
          <a:blip r:embed="rId3" cstate="email">
            <a:extLst>
              <a:ext uri="{28A0092B-C50C-407E-A947-70E740481C1C}">
                <a14:useLocalDpi xmlns:a14="http://schemas.microsoft.com/office/drawing/2010/main" val="0"/>
              </a:ext>
            </a:extLst>
          </a:blip>
          <a:stretch>
            <a:fillRect/>
          </a:stretch>
        </p:blipFill>
        <p:spPr>
          <a:xfrm>
            <a:off x="15518497" y="32868853"/>
            <a:ext cx="6292809" cy="4196402"/>
          </a:xfrm>
          <a:prstGeom prst="rect">
            <a:avLst/>
          </a:prstGeom>
        </p:spPr>
      </p:pic>
      <p:sp>
        <p:nvSpPr>
          <p:cNvPr id="3" name="Text Placeholder 2">
            <a:extLst>
              <a:ext uri="{FF2B5EF4-FFF2-40B4-BE49-F238E27FC236}">
                <a16:creationId xmlns:a16="http://schemas.microsoft.com/office/drawing/2014/main" id="{6B54AE1F-B08D-5A40-AFDB-F5E8E834C49F}"/>
              </a:ext>
            </a:extLst>
          </p:cNvPr>
          <p:cNvSpPr>
            <a:spLocks noGrp="1"/>
          </p:cNvSpPr>
          <p:nvPr>
            <p:ph type="body" sz="quarter" idx="10"/>
          </p:nvPr>
        </p:nvSpPr>
        <p:spPr>
          <a:xfrm>
            <a:off x="637151" y="9270396"/>
            <a:ext cx="6914059" cy="3237787"/>
          </a:xfrm>
        </p:spPr>
        <p:txBody>
          <a:bodyPr lIns="228600" rIns="228600">
            <a:spAutoFit/>
          </a:bodyPr>
          <a:lstStyle/>
          <a:p>
            <a:pPr marL="0" indent="457200" algn="just"/>
            <a:r>
              <a:rPr lang="en-US" dirty="0"/>
              <a:t>Two-frequency heating of ECR ion sources has been shown to produce 2-5 times more high-charge state ions versus single frequency heating, while also enhancing plasma stability and shifting the charge state distribution to higher charge state ions [2].</a:t>
            </a:r>
          </a:p>
          <a:p>
            <a:pPr marL="0" indent="0" algn="just"/>
            <a:r>
              <a:rPr lang="en-US" dirty="0"/>
              <a:t>In this experiment, we explore the effects of 18 and 28 GHz heating on the charge state distributions.</a:t>
            </a:r>
          </a:p>
        </p:txBody>
      </p:sp>
      <p:sp>
        <p:nvSpPr>
          <p:cNvPr id="4" name="Text Placeholder 3">
            <a:extLst>
              <a:ext uri="{FF2B5EF4-FFF2-40B4-BE49-F238E27FC236}">
                <a16:creationId xmlns:a16="http://schemas.microsoft.com/office/drawing/2014/main" id="{C9BD9246-AE45-5B4D-BC8B-383042993E37}"/>
              </a:ext>
            </a:extLst>
          </p:cNvPr>
          <p:cNvSpPr>
            <a:spLocks noGrp="1"/>
          </p:cNvSpPr>
          <p:nvPr>
            <p:ph type="body" sz="quarter" idx="11"/>
          </p:nvPr>
        </p:nvSpPr>
        <p:spPr>
          <a:xfrm>
            <a:off x="628649" y="8008678"/>
            <a:ext cx="6908601" cy="891334"/>
          </a:xfrm>
        </p:spPr>
        <p:txBody>
          <a:bodyPr/>
          <a:lstStyle/>
          <a:p>
            <a:r>
              <a:rPr lang="en-US" dirty="0"/>
              <a:t>Introduction</a:t>
            </a:r>
          </a:p>
        </p:txBody>
      </p:sp>
      <p:sp>
        <p:nvSpPr>
          <p:cNvPr id="5" name="Text Placeholder 4">
            <a:extLst>
              <a:ext uri="{FF2B5EF4-FFF2-40B4-BE49-F238E27FC236}">
                <a16:creationId xmlns:a16="http://schemas.microsoft.com/office/drawing/2014/main" id="{DBB67374-7DFE-0648-B892-8A086D7DFF1F}"/>
              </a:ext>
            </a:extLst>
          </p:cNvPr>
          <p:cNvSpPr>
            <a:spLocks noGrp="1"/>
          </p:cNvSpPr>
          <p:nvPr>
            <p:ph type="body" sz="quarter" idx="19"/>
          </p:nvPr>
        </p:nvSpPr>
        <p:spPr>
          <a:xfrm>
            <a:off x="628649" y="13663557"/>
            <a:ext cx="6923651" cy="23347908"/>
          </a:xfrm>
        </p:spPr>
        <p:txBody>
          <a:bodyPr/>
          <a:lstStyle/>
          <a:p>
            <a:r>
              <a:rPr lang="en-US" dirty="0"/>
              <a:t>Axial x-rays emitted from the plasma travel through the 10 mm diameter extraction aperture and two collimators to be measured by the XR-100T </a:t>
            </a:r>
            <a:r>
              <a:rPr lang="en-US" dirty="0" err="1"/>
              <a:t>CdTe</a:t>
            </a:r>
            <a:r>
              <a:rPr lang="en-US" dirty="0"/>
              <a:t> detector (Figure 1) and AMPTEK ADMCA software. A custom alignment fixture (Figure 2) was built to secure the two collimators in place relative to each other while allowing for fine tuning horizontally, vertically, along</a:t>
            </a:r>
            <a:r>
              <a:rPr lang="en-US" baseline="0" dirty="0"/>
              <a:t> the x-ray path, and rotationally</a:t>
            </a:r>
            <a:r>
              <a:rPr lang="en-US" dirty="0"/>
              <a:t>. </a:t>
            </a:r>
          </a:p>
          <a:p>
            <a:r>
              <a:rPr lang="en-US" dirty="0"/>
              <a:t>The beamline</a:t>
            </a:r>
            <a:r>
              <a:rPr lang="en-US" baseline="0" dirty="0"/>
              <a:t> and fixture were 3D modeled in Creo Parametric and then designed such that the centerline of the collimator apertures lie exactly centered in the horizontal and vertical midplane of the beampipe. Add screenshot of CREO?</a:t>
            </a:r>
            <a:endParaRPr lang="en-US" dirty="0"/>
          </a:p>
          <a:p>
            <a:r>
              <a:rPr lang="en-US" dirty="0"/>
              <a:t>Their alignment was tested with a laser held approximately 2.5 m upstream of the Cu collimator to simulate x-rays coming from VENUS’ extraction. The spacing between the collimators was calculated such that the field of view of the x-ray detector is an 8.4 mm square, which ensures that only x-rays emitted directly from the plasma are seen (less than 10 mm extraction diameter). So that anything outside the 10 mm extraction diameter is blocked by the collimators. </a:t>
            </a:r>
          </a:p>
          <a:p>
            <a:r>
              <a:rPr lang="en-US" dirty="0"/>
              <a:t>For every run, VENUS was tuned primarily with the bias disk and injection pressure to optimize stability and production of O6+ on the faraday cup after the analyzing magnet</a:t>
            </a:r>
            <a:r>
              <a:rPr lang="en-US" baseline="0" dirty="0"/>
              <a:t> (BATMAN).</a:t>
            </a:r>
            <a:r>
              <a:rPr lang="en-US" dirty="0"/>
              <a:t> The magnetic fields were held constant</a:t>
            </a:r>
            <a:r>
              <a:rPr lang="en-US" baseline="0" dirty="0"/>
              <a:t> as shown in Figure 2 for the entire data collection</a:t>
            </a:r>
            <a:r>
              <a:rPr lang="en-US" dirty="0"/>
              <a:t> (Figure 3).</a:t>
            </a:r>
          </a:p>
          <a:p>
            <a:endParaRPr lang="en-US" dirty="0"/>
          </a:p>
          <a:p>
            <a:endParaRPr lang="en-US" dirty="0"/>
          </a:p>
          <a:p>
            <a:endParaRPr lang="en-US" dirty="0"/>
          </a:p>
          <a:p>
            <a:endParaRPr lang="en-US" dirty="0"/>
          </a:p>
          <a:p>
            <a:endParaRPr lang="en-US" dirty="0"/>
          </a:p>
          <a:p>
            <a:endParaRPr lang="en-US" dirty="0"/>
          </a:p>
          <a:p>
            <a:pPr algn="ctr"/>
            <a:r>
              <a:rPr lang="en-US" dirty="0"/>
              <a:t>	Figure 3: Axial magnetic field.</a:t>
            </a:r>
          </a:p>
          <a:p>
            <a:r>
              <a:rPr lang="en-US" dirty="0"/>
              <a:t>X-ray data were collected for 10 minutes at each power level (a combination of either 18 GHz klystron, 28 GHz gyrotron, or both) at various total power levels, and then a charge-state distribution (CSD) was taken (Figure 4).</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lgn="ctr"/>
            <a:r>
              <a:rPr lang="en-US" dirty="0"/>
              <a:t>Figure 4: Sample CSD</a:t>
            </a:r>
            <a:r>
              <a:rPr lang="en-US" baseline="0" dirty="0"/>
              <a:t> (from when), add details</a:t>
            </a:r>
            <a:endParaRPr lang="en-US" dirty="0"/>
          </a:p>
          <a:p>
            <a:endParaRPr lang="en-US" dirty="0"/>
          </a:p>
          <a:p>
            <a:r>
              <a:rPr lang="en-US" dirty="0"/>
              <a:t>X-ray data was analyzed to find the spectral temperature (Figure 5) by taking the negative slope of the log of the normalized and detector-efficiency-corrected data (in the linear region). The steeper this slope is, the higher the hotter the electrons in the plasma are, which leads to a greater heat load on the superconducting magnet cryostat. </a:t>
            </a:r>
          </a:p>
          <a:p>
            <a:endParaRPr lang="en-US" dirty="0"/>
          </a:p>
          <a:p>
            <a:r>
              <a:rPr lang="en-US" dirty="0"/>
              <a:t>Formula for spectral temperature</a:t>
            </a:r>
          </a:p>
          <a:p>
            <a:endParaRPr lang="en-US" dirty="0"/>
          </a:p>
          <a:p>
            <a:r>
              <a:rPr lang="en-US" dirty="0"/>
              <a:t>Formula for beam current as function of frequency^2</a:t>
            </a:r>
          </a:p>
        </p:txBody>
      </p:sp>
      <p:sp>
        <p:nvSpPr>
          <p:cNvPr id="6" name="Text Placeholder 5">
            <a:extLst>
              <a:ext uri="{FF2B5EF4-FFF2-40B4-BE49-F238E27FC236}">
                <a16:creationId xmlns:a16="http://schemas.microsoft.com/office/drawing/2014/main" id="{C69C0194-CA8B-1C44-AA0E-A316F4F34E4F}"/>
              </a:ext>
            </a:extLst>
          </p:cNvPr>
          <p:cNvSpPr>
            <a:spLocks noGrp="1"/>
          </p:cNvSpPr>
          <p:nvPr>
            <p:ph type="body" sz="quarter" idx="20"/>
          </p:nvPr>
        </p:nvSpPr>
        <p:spPr>
          <a:xfrm>
            <a:off x="642607" y="12702205"/>
            <a:ext cx="6909693" cy="891334"/>
          </a:xfrm>
        </p:spPr>
        <p:txBody>
          <a:bodyPr/>
          <a:lstStyle/>
          <a:p>
            <a:r>
              <a:rPr lang="en-US" dirty="0"/>
              <a:t>Methodology</a:t>
            </a:r>
          </a:p>
        </p:txBody>
      </p:sp>
      <p:sp>
        <p:nvSpPr>
          <p:cNvPr id="7" name="Text Placeholder 6">
            <a:extLst>
              <a:ext uri="{FF2B5EF4-FFF2-40B4-BE49-F238E27FC236}">
                <a16:creationId xmlns:a16="http://schemas.microsoft.com/office/drawing/2014/main" id="{E5F17926-1D27-354C-9B54-2F923113E1F1}"/>
              </a:ext>
            </a:extLst>
          </p:cNvPr>
          <p:cNvSpPr>
            <a:spLocks noGrp="1"/>
          </p:cNvSpPr>
          <p:nvPr>
            <p:ph type="body" sz="quarter" idx="21"/>
          </p:nvPr>
        </p:nvSpPr>
        <p:spPr>
          <a:xfrm>
            <a:off x="8016925" y="9002891"/>
            <a:ext cx="14141350" cy="830975"/>
          </a:xfrm>
        </p:spPr>
        <p:txBody>
          <a:bodyPr/>
          <a:lstStyle/>
          <a:p>
            <a:pPr algn="ctr"/>
            <a:r>
              <a:rPr lang="en-US" dirty="0"/>
              <a:t>Figure 1: Schematic of the XR-100-CdTe detector at the VENUS ion source.</a:t>
            </a:r>
          </a:p>
        </p:txBody>
      </p:sp>
      <p:sp>
        <p:nvSpPr>
          <p:cNvPr id="8" name="Text Placeholder 7">
            <a:extLst>
              <a:ext uri="{FF2B5EF4-FFF2-40B4-BE49-F238E27FC236}">
                <a16:creationId xmlns:a16="http://schemas.microsoft.com/office/drawing/2014/main" id="{E81E76C2-C18B-374E-9106-6A23364432F3}"/>
              </a:ext>
            </a:extLst>
          </p:cNvPr>
          <p:cNvSpPr>
            <a:spLocks noGrp="1"/>
          </p:cNvSpPr>
          <p:nvPr>
            <p:ph type="body" sz="quarter" idx="22"/>
          </p:nvPr>
        </p:nvSpPr>
        <p:spPr/>
        <p:txBody>
          <a:bodyPr/>
          <a:lstStyle/>
          <a:p>
            <a:r>
              <a:rPr lang="en-US" dirty="0"/>
              <a:t>Experimental Setup</a:t>
            </a:r>
          </a:p>
        </p:txBody>
      </p:sp>
      <p:sp>
        <p:nvSpPr>
          <p:cNvPr id="10" name="Text Placeholder 9">
            <a:extLst>
              <a:ext uri="{FF2B5EF4-FFF2-40B4-BE49-F238E27FC236}">
                <a16:creationId xmlns:a16="http://schemas.microsoft.com/office/drawing/2014/main" id="{A3685424-6DDE-F84B-8B00-7622E45CFFDB}"/>
              </a:ext>
            </a:extLst>
          </p:cNvPr>
          <p:cNvSpPr>
            <a:spLocks noGrp="1"/>
          </p:cNvSpPr>
          <p:nvPr>
            <p:ph type="body" sz="quarter" idx="24"/>
          </p:nvPr>
        </p:nvSpPr>
        <p:spPr/>
        <p:txBody>
          <a:bodyPr/>
          <a:lstStyle/>
          <a:p>
            <a:r>
              <a:rPr lang="en-US" dirty="0"/>
              <a:t>Two-Frequency Power Results</a:t>
            </a:r>
          </a:p>
        </p:txBody>
      </p:sp>
      <p:sp>
        <p:nvSpPr>
          <p:cNvPr id="11" name="Text Placeholder 10">
            <a:extLst>
              <a:ext uri="{FF2B5EF4-FFF2-40B4-BE49-F238E27FC236}">
                <a16:creationId xmlns:a16="http://schemas.microsoft.com/office/drawing/2014/main" id="{ABE3628C-DC42-C34C-A257-8F328A2CA585}"/>
              </a:ext>
            </a:extLst>
          </p:cNvPr>
          <p:cNvSpPr>
            <a:spLocks noGrp="1"/>
          </p:cNvSpPr>
          <p:nvPr>
            <p:ph type="body" sz="quarter" idx="25"/>
          </p:nvPr>
        </p:nvSpPr>
        <p:spPr/>
        <p:txBody>
          <a:bodyPr/>
          <a:lstStyle/>
          <a:p>
            <a:r>
              <a:rPr lang="en-US" dirty="0"/>
              <a:t>Comparison to Previous Work</a:t>
            </a:r>
          </a:p>
        </p:txBody>
      </p:sp>
      <p:sp>
        <p:nvSpPr>
          <p:cNvPr id="12" name="Text Placeholder 11">
            <a:extLst>
              <a:ext uri="{FF2B5EF4-FFF2-40B4-BE49-F238E27FC236}">
                <a16:creationId xmlns:a16="http://schemas.microsoft.com/office/drawing/2014/main" id="{DD074438-2C91-1240-BDC9-B1D5892AF67C}"/>
              </a:ext>
            </a:extLst>
          </p:cNvPr>
          <p:cNvSpPr>
            <a:spLocks noGrp="1"/>
          </p:cNvSpPr>
          <p:nvPr>
            <p:ph type="body" sz="quarter" idx="26"/>
          </p:nvPr>
        </p:nvSpPr>
        <p:spPr>
          <a:xfrm>
            <a:off x="15101901" y="20768863"/>
            <a:ext cx="6308675" cy="1138751"/>
          </a:xfrm>
        </p:spPr>
        <p:txBody>
          <a:bodyPr/>
          <a:lstStyle/>
          <a:p>
            <a:pPr algn="ctr"/>
            <a:r>
              <a:rPr lang="en-US" dirty="0"/>
              <a:t>Figure 6: Beam currents of oxygen charge states vs 28 GHz to 18 GHz power ratio.</a:t>
            </a:r>
          </a:p>
        </p:txBody>
      </p:sp>
      <p:sp>
        <p:nvSpPr>
          <p:cNvPr id="13" name="Text Placeholder 12">
            <a:extLst>
              <a:ext uri="{FF2B5EF4-FFF2-40B4-BE49-F238E27FC236}">
                <a16:creationId xmlns:a16="http://schemas.microsoft.com/office/drawing/2014/main" id="{3D2A9BA6-CEDE-814B-979E-DEFD9C24C1E0}"/>
              </a:ext>
            </a:extLst>
          </p:cNvPr>
          <p:cNvSpPr>
            <a:spLocks noGrp="1"/>
          </p:cNvSpPr>
          <p:nvPr>
            <p:ph type="body" sz="quarter" idx="27"/>
          </p:nvPr>
        </p:nvSpPr>
        <p:spPr>
          <a:xfrm>
            <a:off x="22659596" y="21217708"/>
            <a:ext cx="6907325" cy="891334"/>
          </a:xfrm>
        </p:spPr>
        <p:txBody>
          <a:bodyPr/>
          <a:lstStyle/>
          <a:p>
            <a:r>
              <a:rPr lang="en-US" dirty="0"/>
              <a:t>Conclusion</a:t>
            </a:r>
          </a:p>
        </p:txBody>
      </p:sp>
      <p:sp>
        <p:nvSpPr>
          <p:cNvPr id="14" name="Text Placeholder 13">
            <a:extLst>
              <a:ext uri="{FF2B5EF4-FFF2-40B4-BE49-F238E27FC236}">
                <a16:creationId xmlns:a16="http://schemas.microsoft.com/office/drawing/2014/main" id="{E9AE433F-F067-7A44-AD2E-B91C1CE65F90}"/>
              </a:ext>
            </a:extLst>
          </p:cNvPr>
          <p:cNvSpPr>
            <a:spLocks noGrp="1"/>
          </p:cNvSpPr>
          <p:nvPr>
            <p:ph type="body" sz="quarter" idx="28"/>
          </p:nvPr>
        </p:nvSpPr>
        <p:spPr>
          <a:xfrm>
            <a:off x="22651677" y="22501023"/>
            <a:ext cx="6915244" cy="3576341"/>
          </a:xfrm>
        </p:spPr>
        <p:txBody>
          <a:bodyPr/>
          <a:lstStyle/>
          <a:p>
            <a:r>
              <a:rPr lang="en-US" dirty="0"/>
              <a:t>At a fixed magnetic field configuration, the oxygen beam currents do not depend on the ratio of 28 to 18 GHz power. Rather, the charge state distribution shifts to favor higher charge states with higher total power.</a:t>
            </a:r>
          </a:p>
          <a:p>
            <a:r>
              <a:rPr lang="en-US" dirty="0"/>
              <a:t>The beam current is expected to increase as the square of the frequency, which does occur with single frequency heating (Figure 8). With two frequencies, however, this effect is negated.</a:t>
            </a:r>
          </a:p>
        </p:txBody>
      </p:sp>
      <p:sp>
        <p:nvSpPr>
          <p:cNvPr id="15" name="Text Placeholder 14">
            <a:extLst>
              <a:ext uri="{FF2B5EF4-FFF2-40B4-BE49-F238E27FC236}">
                <a16:creationId xmlns:a16="http://schemas.microsoft.com/office/drawing/2014/main" id="{B7B7762A-139A-2946-B38E-0E2475A7C811}"/>
              </a:ext>
            </a:extLst>
          </p:cNvPr>
          <p:cNvSpPr>
            <a:spLocks noGrp="1"/>
          </p:cNvSpPr>
          <p:nvPr>
            <p:ph type="body" sz="quarter" idx="29"/>
          </p:nvPr>
        </p:nvSpPr>
        <p:spPr/>
        <p:txBody>
          <a:bodyPr/>
          <a:lstStyle/>
          <a:p>
            <a:r>
              <a:rPr lang="en-US" dirty="0"/>
              <a:t>References</a:t>
            </a:r>
          </a:p>
        </p:txBody>
      </p:sp>
      <p:sp>
        <p:nvSpPr>
          <p:cNvPr id="16" name="Text Placeholder 15">
            <a:extLst>
              <a:ext uri="{FF2B5EF4-FFF2-40B4-BE49-F238E27FC236}">
                <a16:creationId xmlns:a16="http://schemas.microsoft.com/office/drawing/2014/main" id="{5BF0EB9A-86CD-8845-BCD0-8E2D7427F637}"/>
              </a:ext>
            </a:extLst>
          </p:cNvPr>
          <p:cNvSpPr>
            <a:spLocks noGrp="1"/>
          </p:cNvSpPr>
          <p:nvPr>
            <p:ph type="body" sz="quarter" idx="30"/>
          </p:nvPr>
        </p:nvSpPr>
        <p:spPr>
          <a:xfrm>
            <a:off x="22635766" y="32803875"/>
            <a:ext cx="6910785" cy="3102366"/>
          </a:xfrm>
        </p:spPr>
        <p:txBody>
          <a:bodyPr/>
          <a:lstStyle/>
          <a:p>
            <a:r>
              <a:rPr lang="en-US" dirty="0"/>
              <a:t>[1] </a:t>
            </a:r>
            <a:r>
              <a:rPr lang="en-US" dirty="0" err="1"/>
              <a:t>Lyneis</a:t>
            </a:r>
            <a:r>
              <a:rPr lang="en-US" dirty="0"/>
              <a:t>, Xie, 1995 12</a:t>
            </a:r>
            <a:r>
              <a:rPr lang="en-US" baseline="30000" dirty="0"/>
              <a:t>th</a:t>
            </a:r>
            <a:r>
              <a:rPr lang="en-US" dirty="0"/>
              <a:t> International Workshop on ECR Ion Sources</a:t>
            </a:r>
          </a:p>
          <a:p>
            <a:r>
              <a:rPr lang="en-US" dirty="0"/>
              <a:t>[2] R Geller (should be first)</a:t>
            </a:r>
          </a:p>
          <a:p>
            <a:r>
              <a:rPr lang="en-US" dirty="0"/>
              <a:t>[4] Kitagawa, Racz, Kato, Takasugi</a:t>
            </a:r>
          </a:p>
          <a:p>
            <a:r>
              <a:rPr lang="en-US" dirty="0"/>
              <a:t>[5] Benitez (only depends on </a:t>
            </a:r>
            <a:r>
              <a:rPr lang="en-US" dirty="0" err="1"/>
              <a:t>Bmin</a:t>
            </a:r>
            <a:r>
              <a:rPr lang="en-US" dirty="0"/>
              <a:t>)</a:t>
            </a:r>
          </a:p>
          <a:p>
            <a:r>
              <a:rPr lang="en-US" dirty="0"/>
              <a:t>[9] J Benitez, C </a:t>
            </a:r>
            <a:r>
              <a:rPr lang="en-US" dirty="0" err="1"/>
              <a:t>Lyneis</a:t>
            </a:r>
            <a:r>
              <a:rPr lang="en-US" dirty="0"/>
              <a:t>, L Phair, D Todd and D Xie 2017 IEEE Transactions on Plasma Science 45 7</a:t>
            </a:r>
          </a:p>
        </p:txBody>
      </p:sp>
      <p:sp>
        <p:nvSpPr>
          <p:cNvPr id="48" name="Text Placeholder 47">
            <a:extLst>
              <a:ext uri="{FF2B5EF4-FFF2-40B4-BE49-F238E27FC236}">
                <a16:creationId xmlns:a16="http://schemas.microsoft.com/office/drawing/2014/main" id="{60B1FD8E-3FCB-5646-B11E-31BA1EAC0379}"/>
              </a:ext>
            </a:extLst>
          </p:cNvPr>
          <p:cNvSpPr>
            <a:spLocks noGrp="1"/>
          </p:cNvSpPr>
          <p:nvPr>
            <p:ph type="body" sz="quarter" idx="157"/>
          </p:nvPr>
        </p:nvSpPr>
        <p:spPr>
          <a:xfrm>
            <a:off x="22631852" y="27861371"/>
            <a:ext cx="6907325" cy="891334"/>
          </a:xfrm>
        </p:spPr>
        <p:txBody>
          <a:bodyPr/>
          <a:lstStyle/>
          <a:p>
            <a:r>
              <a:rPr lang="en-US" dirty="0"/>
              <a:t>Future Work</a:t>
            </a:r>
          </a:p>
        </p:txBody>
      </p:sp>
      <p:sp>
        <p:nvSpPr>
          <p:cNvPr id="49" name="Text Placeholder 48">
            <a:extLst>
              <a:ext uri="{FF2B5EF4-FFF2-40B4-BE49-F238E27FC236}">
                <a16:creationId xmlns:a16="http://schemas.microsoft.com/office/drawing/2014/main" id="{0DA515FC-E57F-5247-BBF7-F506307424E5}"/>
              </a:ext>
            </a:extLst>
          </p:cNvPr>
          <p:cNvSpPr>
            <a:spLocks noGrp="1"/>
          </p:cNvSpPr>
          <p:nvPr>
            <p:ph type="body" sz="quarter" idx="158"/>
          </p:nvPr>
        </p:nvSpPr>
        <p:spPr>
          <a:xfrm>
            <a:off x="22651677" y="28858475"/>
            <a:ext cx="6910785" cy="2289835"/>
          </a:xfrm>
        </p:spPr>
        <p:txBody>
          <a:bodyPr/>
          <a:lstStyle/>
          <a:p>
            <a:pPr marL="342900" indent="-342900">
              <a:buFont typeface="Arial" panose="020B0604020202020204" pitchFamily="34" charset="0"/>
              <a:buChar char="•"/>
            </a:pPr>
            <a:r>
              <a:rPr lang="en-US" dirty="0"/>
              <a:t>Repeat data collection with different axial magnetic field configurations</a:t>
            </a:r>
          </a:p>
          <a:p>
            <a:pPr marL="342900" indent="-342900">
              <a:buFont typeface="Arial" panose="020B0604020202020204" pitchFamily="34" charset="0"/>
              <a:buChar char="•"/>
            </a:pPr>
            <a:r>
              <a:rPr lang="en-US" dirty="0"/>
              <a:t>Repeat measurements</a:t>
            </a:r>
            <a:r>
              <a:rPr lang="en-US" baseline="0" dirty="0"/>
              <a:t> with addition of 14 GHz source (14, 18, and 28 GHz)</a:t>
            </a:r>
          </a:p>
          <a:p>
            <a:pPr marL="342900" indent="-342900">
              <a:buFont typeface="Arial" panose="020B0604020202020204" pitchFamily="34" charset="0"/>
              <a:buChar char="•"/>
            </a:pPr>
            <a:r>
              <a:rPr lang="en-US" baseline="0" dirty="0"/>
              <a:t>Repeat measurements with two 18 GHz klystrons and one 28 GHz gyrotron</a:t>
            </a:r>
          </a:p>
          <a:p>
            <a:pPr marL="342900" indent="-342900">
              <a:buFont typeface="Arial" panose="020B0604020202020204" pitchFamily="34" charset="0"/>
              <a:buChar char="•"/>
            </a:pPr>
            <a:r>
              <a:rPr lang="en-US" baseline="0" dirty="0"/>
              <a:t>Repeat measurements with AECR (14 GHz klystron and 11-13 GHz variable TWT)</a:t>
            </a:r>
            <a:endParaRPr lang="en-US" dirty="0"/>
          </a:p>
          <a:p>
            <a:pPr marL="342900" indent="-342900">
              <a:buFont typeface="Arial" panose="020B0604020202020204" pitchFamily="34" charset="0"/>
              <a:buChar char="•"/>
            </a:pPr>
            <a:r>
              <a:rPr lang="en-US" dirty="0"/>
              <a:t>Develop a machine learning framework to predict behavior at higher total powers/higher frequencies</a:t>
            </a:r>
          </a:p>
        </p:txBody>
      </p:sp>
      <p:sp>
        <p:nvSpPr>
          <p:cNvPr id="2" name="Title 1">
            <a:extLst>
              <a:ext uri="{FF2B5EF4-FFF2-40B4-BE49-F238E27FC236}">
                <a16:creationId xmlns:a16="http://schemas.microsoft.com/office/drawing/2014/main" id="{3314A58E-B95B-3748-BC1F-E1E8CF6481D8}"/>
              </a:ext>
            </a:extLst>
          </p:cNvPr>
          <p:cNvSpPr>
            <a:spLocks noGrp="1"/>
          </p:cNvSpPr>
          <p:nvPr>
            <p:ph type="title"/>
          </p:nvPr>
        </p:nvSpPr>
        <p:spPr/>
        <p:txBody>
          <a:bodyPr/>
          <a:lstStyle/>
          <a:p>
            <a:r>
              <a:rPr lang="en-US" dirty="0"/>
              <a:t>Two-Frequency Heating Phenomena at the Superconducting VENUS ECR Ion Source</a:t>
            </a:r>
          </a:p>
        </p:txBody>
      </p:sp>
      <p:sp>
        <p:nvSpPr>
          <p:cNvPr id="17" name="Text Placeholder 16">
            <a:extLst>
              <a:ext uri="{FF2B5EF4-FFF2-40B4-BE49-F238E27FC236}">
                <a16:creationId xmlns:a16="http://schemas.microsoft.com/office/drawing/2014/main" id="{C411D744-5B45-8344-BA8E-0728EC5FA6B8}"/>
              </a:ext>
            </a:extLst>
          </p:cNvPr>
          <p:cNvSpPr>
            <a:spLocks noGrp="1"/>
          </p:cNvSpPr>
          <p:nvPr>
            <p:ph type="body" sz="quarter" idx="150"/>
          </p:nvPr>
        </p:nvSpPr>
        <p:spPr/>
        <p:txBody>
          <a:bodyPr/>
          <a:lstStyle/>
          <a:p>
            <a:r>
              <a:rPr lang="en-US" dirty="0"/>
              <a:t>N. Intwala, J. Benitez, M. Chen, B. Peri, J. Rehak, T. Thuillier, D. Todd</a:t>
            </a:r>
          </a:p>
          <a:p>
            <a:endParaRPr lang="en-US" dirty="0"/>
          </a:p>
        </p:txBody>
      </p:sp>
      <p:sp>
        <p:nvSpPr>
          <p:cNvPr id="18" name="Text Placeholder 17">
            <a:extLst>
              <a:ext uri="{FF2B5EF4-FFF2-40B4-BE49-F238E27FC236}">
                <a16:creationId xmlns:a16="http://schemas.microsoft.com/office/drawing/2014/main" id="{3E323885-677D-414B-B454-D8F46AEEA878}"/>
              </a:ext>
            </a:extLst>
          </p:cNvPr>
          <p:cNvSpPr>
            <a:spLocks noGrp="1"/>
          </p:cNvSpPr>
          <p:nvPr>
            <p:ph type="body" sz="quarter" idx="151"/>
          </p:nvPr>
        </p:nvSpPr>
        <p:spPr/>
        <p:txBody>
          <a:bodyPr/>
          <a:lstStyle/>
          <a:p>
            <a:r>
              <a:rPr lang="en-US" dirty="0"/>
              <a:t>Lawrence Berkeley National Laboratory</a:t>
            </a:r>
          </a:p>
          <a:p>
            <a:endParaRPr lang="en-US" dirty="0"/>
          </a:p>
        </p:txBody>
      </p:sp>
      <p:pic>
        <p:nvPicPr>
          <p:cNvPr id="31" name="Picture 30">
            <a:extLst>
              <a:ext uri="{FF2B5EF4-FFF2-40B4-BE49-F238E27FC236}">
                <a16:creationId xmlns:a16="http://schemas.microsoft.com/office/drawing/2014/main" id="{AA982A5A-C8D3-B85B-394E-32D920AE5512}"/>
              </a:ext>
            </a:extLst>
          </p:cNvPr>
          <p:cNvPicPr>
            <a:picLocks noChangeAspect="1"/>
          </p:cNvPicPr>
          <p:nvPr/>
        </p:nvPicPr>
        <p:blipFill>
          <a:blip r:embed="rId4"/>
          <a:srcRect l="8280" t="35848" r="5370" b="44216"/>
          <a:stretch>
            <a:fillRect/>
          </a:stretch>
        </p:blipFill>
        <p:spPr>
          <a:xfrm>
            <a:off x="9235440" y="15910560"/>
            <a:ext cx="11612880" cy="2011680"/>
          </a:xfrm>
          <a:prstGeom prst="rect">
            <a:avLst/>
          </a:prstGeom>
        </p:spPr>
      </p:pic>
      <p:sp>
        <p:nvSpPr>
          <p:cNvPr id="33" name="Text Placeholder 6">
            <a:extLst>
              <a:ext uri="{FF2B5EF4-FFF2-40B4-BE49-F238E27FC236}">
                <a16:creationId xmlns:a16="http://schemas.microsoft.com/office/drawing/2014/main" id="{60D9865C-7E24-B4A2-AB6F-F285BAD1B658}"/>
              </a:ext>
            </a:extLst>
          </p:cNvPr>
          <p:cNvSpPr txBox="1">
            <a:spLocks/>
          </p:cNvSpPr>
          <p:nvPr/>
        </p:nvSpPr>
        <p:spPr>
          <a:xfrm>
            <a:off x="7968469" y="18203238"/>
            <a:ext cx="14141350" cy="1138751"/>
          </a:xfrm>
          <a:prstGeom prst="rect">
            <a:avLst/>
          </a:prstGeom>
        </p:spPr>
        <p:txBody>
          <a:bodyPr wrap="square" lIns="228589" tIns="228589" rIns="228589" bIns="228589">
            <a:spAutoFit/>
          </a:bodyPr>
          <a:lstStyle>
            <a:lvl1pPr marL="314321" indent="-314321" algn="l" defTabSz="4022342" rtl="0" eaLnBrk="0" fontAlgn="base" hangingPunct="0">
              <a:spcBef>
                <a:spcPct val="20000"/>
              </a:spcBef>
              <a:spcAft>
                <a:spcPct val="0"/>
              </a:spcAft>
              <a:buFont typeface="Arial" charset="0"/>
              <a:buNone/>
              <a:defRPr sz="2200" kern="1200">
                <a:solidFill>
                  <a:srgbClr val="00313C"/>
                </a:solidFill>
                <a:latin typeface="+mn-lt"/>
                <a:ea typeface="ＭＳ Ｐゴシック" charset="-128"/>
                <a:cs typeface="ＭＳ Ｐゴシック" charset="-128"/>
              </a:defRPr>
            </a:lvl1pPr>
            <a:lvl2pPr marL="1362056"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2pPr>
            <a:lvl3pPr marL="1885924"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3pPr>
            <a:lvl4pPr marL="2462179" indent="-576255"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4pPr>
            <a:lvl5pPr marL="2881273" indent="-419094"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a:lstStyle>
          <a:p>
            <a:pPr algn="ctr"/>
            <a:r>
              <a:rPr lang="en-US" dirty="0"/>
              <a:t>Figure 2: An adjustable alignment arm, used to align and fix both collimators in place with the center of the beamline. </a:t>
            </a:r>
          </a:p>
        </p:txBody>
      </p:sp>
      <p:pic>
        <p:nvPicPr>
          <p:cNvPr id="37" name="Picture 36">
            <a:extLst>
              <a:ext uri="{FF2B5EF4-FFF2-40B4-BE49-F238E27FC236}">
                <a16:creationId xmlns:a16="http://schemas.microsoft.com/office/drawing/2014/main" id="{EDC61ACC-7B33-6BC7-5F48-008C9F7661C7}"/>
              </a:ext>
            </a:extLst>
          </p:cNvPr>
          <p:cNvPicPr>
            <a:picLocks noChangeAspect="1"/>
          </p:cNvPicPr>
          <p:nvPr/>
        </p:nvPicPr>
        <p:blipFill>
          <a:blip r:embed="rId5"/>
          <a:srcRect l="50000" t="6282"/>
          <a:stretch>
            <a:fillRect/>
          </a:stretch>
        </p:blipFill>
        <p:spPr>
          <a:xfrm>
            <a:off x="23053232" y="14071566"/>
            <a:ext cx="6064561" cy="5879964"/>
          </a:xfrm>
          <a:prstGeom prst="rect">
            <a:avLst/>
          </a:prstGeom>
        </p:spPr>
      </p:pic>
      <p:pic>
        <p:nvPicPr>
          <p:cNvPr id="44" name="Picture Placeholder 43">
            <a:extLst>
              <a:ext uri="{FF2B5EF4-FFF2-40B4-BE49-F238E27FC236}">
                <a16:creationId xmlns:a16="http://schemas.microsoft.com/office/drawing/2014/main" id="{BDB1AED5-8B38-A504-DD33-176A539FF928}"/>
              </a:ext>
            </a:extLst>
          </p:cNvPr>
          <p:cNvPicPr>
            <a:picLocks noGrp="1" noChangeAspect="1"/>
          </p:cNvPicPr>
          <p:nvPr>
            <p:ph type="pic" sz="quarter" idx="153"/>
          </p:nvPr>
        </p:nvPicPr>
        <p:blipFill>
          <a:blip r:embed="rId6" cstate="email">
            <a:extLst>
              <a:ext uri="{28A0092B-C50C-407E-A947-70E740481C1C}">
                <a14:useLocalDpi xmlns:a14="http://schemas.microsoft.com/office/drawing/2010/main" val="0"/>
              </a:ext>
            </a:extLst>
          </a:blip>
          <a:srcRect r="10017"/>
          <a:stretch>
            <a:fillRect/>
          </a:stretch>
        </p:blipFill>
        <p:spPr>
          <a:xfrm>
            <a:off x="8016925" y="20478390"/>
            <a:ext cx="6476841" cy="8069493"/>
          </a:xfrm>
          <a:prstGeom prst="rect">
            <a:avLst/>
          </a:prstGeom>
        </p:spPr>
      </p:pic>
      <p:pic>
        <p:nvPicPr>
          <p:cNvPr id="51" name="Picture 50">
            <a:extLst>
              <a:ext uri="{FF2B5EF4-FFF2-40B4-BE49-F238E27FC236}">
                <a16:creationId xmlns:a16="http://schemas.microsoft.com/office/drawing/2014/main" id="{F7BF3FA5-72D0-9FC6-8214-3FB57AAE2EA4}"/>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8070861" y="32718310"/>
            <a:ext cx="6598708" cy="4346945"/>
          </a:xfrm>
          <a:prstGeom prst="rect">
            <a:avLst/>
          </a:prstGeom>
        </p:spPr>
      </p:pic>
      <p:pic>
        <p:nvPicPr>
          <p:cNvPr id="30" name="Picture Placeholder 29">
            <a:extLst>
              <a:ext uri="{FF2B5EF4-FFF2-40B4-BE49-F238E27FC236}">
                <a16:creationId xmlns:a16="http://schemas.microsoft.com/office/drawing/2014/main" id="{CF089CA4-10DC-5DD3-3431-5C25B12A126F}"/>
              </a:ext>
            </a:extLst>
          </p:cNvPr>
          <p:cNvPicPr>
            <a:picLocks noGrp="1" noChangeAspect="1"/>
          </p:cNvPicPr>
          <p:nvPr>
            <p:ph type="pic" sz="quarter" idx="155"/>
          </p:nvPr>
        </p:nvPicPr>
        <p:blipFill>
          <a:blip r:embed="rId8" cstate="email">
            <a:extLst>
              <a:ext uri="{28A0092B-C50C-407E-A947-70E740481C1C}">
                <a14:useLocalDpi xmlns:a14="http://schemas.microsoft.com/office/drawing/2010/main" val="0"/>
              </a:ext>
            </a:extLst>
          </a:blip>
          <a:srcRect t="52898" r="50796"/>
          <a:stretch>
            <a:fillRect/>
          </a:stretch>
        </p:blipFill>
        <p:spPr>
          <a:xfrm>
            <a:off x="22953915" y="11018510"/>
            <a:ext cx="6001361" cy="2972008"/>
          </a:xfrm>
          <a:prstGeom prst="rect">
            <a:avLst/>
          </a:prstGeom>
        </p:spPr>
      </p:pic>
      <p:sp>
        <p:nvSpPr>
          <p:cNvPr id="60" name="Text Placeholder 11">
            <a:extLst>
              <a:ext uri="{FF2B5EF4-FFF2-40B4-BE49-F238E27FC236}">
                <a16:creationId xmlns:a16="http://schemas.microsoft.com/office/drawing/2014/main" id="{1663C191-3549-C06D-5BF8-C7C43B067E25}"/>
              </a:ext>
            </a:extLst>
          </p:cNvPr>
          <p:cNvSpPr txBox="1">
            <a:spLocks/>
          </p:cNvSpPr>
          <p:nvPr/>
        </p:nvSpPr>
        <p:spPr>
          <a:xfrm>
            <a:off x="8256845" y="37000007"/>
            <a:ext cx="6308675" cy="1477305"/>
          </a:xfrm>
          <a:prstGeom prst="rect">
            <a:avLst/>
          </a:prstGeom>
        </p:spPr>
        <p:txBody>
          <a:bodyPr wrap="square" lIns="228589" tIns="228589" rIns="228589" bIns="228589">
            <a:spAutoFit/>
          </a:bodyPr>
          <a:lstStyle>
            <a:lvl1pPr marL="314321" indent="-314321" algn="l" defTabSz="4022342" rtl="0" eaLnBrk="0" fontAlgn="base" hangingPunct="0">
              <a:spcBef>
                <a:spcPct val="20000"/>
              </a:spcBef>
              <a:spcAft>
                <a:spcPct val="0"/>
              </a:spcAft>
              <a:buFont typeface="Arial" charset="0"/>
              <a:buNone/>
              <a:defRPr sz="2200" kern="1200">
                <a:solidFill>
                  <a:srgbClr val="00313C"/>
                </a:solidFill>
                <a:latin typeface="+mn-lt"/>
                <a:ea typeface="ＭＳ Ｐゴシック" charset="-128"/>
                <a:cs typeface="ＭＳ Ｐゴシック" charset="-128"/>
              </a:defRPr>
            </a:lvl1pPr>
            <a:lvl2pPr marL="1362056"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2pPr>
            <a:lvl3pPr marL="1885924"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3pPr>
            <a:lvl4pPr marL="2462179" indent="-576255"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4pPr>
            <a:lvl5pPr marL="2881273" indent="-419094"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a:lstStyle>
          <a:p>
            <a:pPr algn="ctr"/>
            <a:r>
              <a:rPr lang="en-US" dirty="0"/>
              <a:t>Figure 8: Single frequency heating agrees with previous measurements [4]. Beam current increases with total power.</a:t>
            </a:r>
          </a:p>
        </p:txBody>
      </p:sp>
      <p:sp>
        <p:nvSpPr>
          <p:cNvPr id="61" name="Text Placeholder 11">
            <a:extLst>
              <a:ext uri="{FF2B5EF4-FFF2-40B4-BE49-F238E27FC236}">
                <a16:creationId xmlns:a16="http://schemas.microsoft.com/office/drawing/2014/main" id="{F50875F7-8610-8317-9BBE-32CD73970F24}"/>
              </a:ext>
            </a:extLst>
          </p:cNvPr>
          <p:cNvSpPr txBox="1">
            <a:spLocks/>
          </p:cNvSpPr>
          <p:nvPr/>
        </p:nvSpPr>
        <p:spPr>
          <a:xfrm>
            <a:off x="8287726" y="29004842"/>
            <a:ext cx="6308675" cy="1477305"/>
          </a:xfrm>
          <a:prstGeom prst="rect">
            <a:avLst/>
          </a:prstGeom>
        </p:spPr>
        <p:txBody>
          <a:bodyPr wrap="square" lIns="228589" tIns="228589" rIns="228589" bIns="228589">
            <a:spAutoFit/>
          </a:bodyPr>
          <a:lstStyle>
            <a:lvl1pPr marL="314321" indent="-314321" algn="l" defTabSz="4022342" rtl="0" eaLnBrk="0" fontAlgn="base" hangingPunct="0">
              <a:spcBef>
                <a:spcPct val="20000"/>
              </a:spcBef>
              <a:spcAft>
                <a:spcPct val="0"/>
              </a:spcAft>
              <a:buFont typeface="Arial" charset="0"/>
              <a:buNone/>
              <a:defRPr sz="2200" kern="1200">
                <a:solidFill>
                  <a:srgbClr val="00313C"/>
                </a:solidFill>
                <a:latin typeface="+mn-lt"/>
                <a:ea typeface="ＭＳ Ｐゴシック" charset="-128"/>
                <a:cs typeface="ＭＳ Ｐゴシック" charset="-128"/>
              </a:defRPr>
            </a:lvl1pPr>
            <a:lvl2pPr marL="1362056"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2pPr>
            <a:lvl3pPr marL="1885924"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3pPr>
            <a:lvl4pPr marL="2462179" indent="-576255"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4pPr>
            <a:lvl5pPr marL="2881273" indent="-419094"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a:lstStyle>
          <a:p>
            <a:pPr algn="ctr"/>
            <a:r>
              <a:rPr lang="en-US" dirty="0"/>
              <a:t>Figure 7: The oxygen charge state distribution shifts to higher charge state with more total power.</a:t>
            </a:r>
          </a:p>
        </p:txBody>
      </p:sp>
      <p:sp>
        <p:nvSpPr>
          <p:cNvPr id="63" name="Text Placeholder 11">
            <a:extLst>
              <a:ext uri="{FF2B5EF4-FFF2-40B4-BE49-F238E27FC236}">
                <a16:creationId xmlns:a16="http://schemas.microsoft.com/office/drawing/2014/main" id="{08DDACA0-E4EE-08B5-4363-499A8B95653E}"/>
              </a:ext>
            </a:extLst>
          </p:cNvPr>
          <p:cNvSpPr txBox="1">
            <a:spLocks/>
          </p:cNvSpPr>
          <p:nvPr/>
        </p:nvSpPr>
        <p:spPr>
          <a:xfrm>
            <a:off x="15101901" y="37065255"/>
            <a:ext cx="6308675" cy="1477305"/>
          </a:xfrm>
          <a:prstGeom prst="rect">
            <a:avLst/>
          </a:prstGeom>
        </p:spPr>
        <p:txBody>
          <a:bodyPr wrap="square" lIns="228589" tIns="228589" rIns="228589" bIns="228589">
            <a:spAutoFit/>
          </a:bodyPr>
          <a:lstStyle>
            <a:lvl1pPr marL="314321" indent="-314321" algn="l" defTabSz="4022342" rtl="0" eaLnBrk="0" fontAlgn="base" hangingPunct="0">
              <a:spcBef>
                <a:spcPct val="20000"/>
              </a:spcBef>
              <a:spcAft>
                <a:spcPct val="0"/>
              </a:spcAft>
              <a:buFont typeface="Arial" charset="0"/>
              <a:buNone/>
              <a:defRPr sz="2200" kern="1200">
                <a:solidFill>
                  <a:srgbClr val="00313C"/>
                </a:solidFill>
                <a:latin typeface="+mn-lt"/>
                <a:ea typeface="ＭＳ Ｐゴシック" charset="-128"/>
                <a:cs typeface="ＭＳ Ｐゴシック" charset="-128"/>
              </a:defRPr>
            </a:lvl1pPr>
            <a:lvl2pPr marL="1362056"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2pPr>
            <a:lvl3pPr marL="1885924"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3pPr>
            <a:lvl4pPr marL="2462179" indent="-576255"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4pPr>
            <a:lvl5pPr marL="2881273" indent="-419094"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a:lstStyle>
          <a:p>
            <a:pPr algn="ctr"/>
            <a:r>
              <a:rPr lang="en-US" dirty="0"/>
              <a:t>Figure 9: Spectral temperature agrees with previous measurements [5]. Does not change with different power or frequencies.</a:t>
            </a:r>
          </a:p>
        </p:txBody>
      </p:sp>
      <p:pic>
        <p:nvPicPr>
          <p:cNvPr id="65" name="Picture 64">
            <a:extLst>
              <a:ext uri="{FF2B5EF4-FFF2-40B4-BE49-F238E27FC236}">
                <a16:creationId xmlns:a16="http://schemas.microsoft.com/office/drawing/2014/main" id="{9D1272DA-E6DA-F0ED-4FF3-C8EDD797F259}"/>
              </a:ext>
            </a:extLst>
          </p:cNvPr>
          <p:cNvPicPr>
            <a:picLocks noChangeAspect="1"/>
          </p:cNvPicPr>
          <p:nvPr/>
        </p:nvPicPr>
        <p:blipFill>
          <a:blip r:embed="rId9"/>
          <a:stretch>
            <a:fillRect/>
          </a:stretch>
        </p:blipFill>
        <p:spPr>
          <a:xfrm>
            <a:off x="1046914" y="28817810"/>
            <a:ext cx="6383286" cy="4559490"/>
          </a:xfrm>
          <a:prstGeom prst="rect">
            <a:avLst/>
          </a:prstGeom>
        </p:spPr>
      </p:pic>
      <p:sp>
        <p:nvSpPr>
          <p:cNvPr id="66" name="Text Placeholder 11">
            <a:extLst>
              <a:ext uri="{FF2B5EF4-FFF2-40B4-BE49-F238E27FC236}">
                <a16:creationId xmlns:a16="http://schemas.microsoft.com/office/drawing/2014/main" id="{B82ACF31-4AE5-C6F1-B729-5B91DB214134}"/>
              </a:ext>
            </a:extLst>
          </p:cNvPr>
          <p:cNvSpPr txBox="1">
            <a:spLocks/>
          </p:cNvSpPr>
          <p:nvPr/>
        </p:nvSpPr>
        <p:spPr>
          <a:xfrm>
            <a:off x="22952731" y="20032578"/>
            <a:ext cx="6308675" cy="1545016"/>
          </a:xfrm>
          <a:prstGeom prst="rect">
            <a:avLst/>
          </a:prstGeom>
        </p:spPr>
        <p:txBody>
          <a:bodyPr wrap="square" lIns="228589" tIns="228589" rIns="228589" bIns="228589">
            <a:spAutoFit/>
          </a:bodyPr>
          <a:lstStyle>
            <a:lvl1pPr marL="314321" indent="-314321" algn="l" defTabSz="4022342" rtl="0" eaLnBrk="0" fontAlgn="base" hangingPunct="0">
              <a:spcBef>
                <a:spcPct val="20000"/>
              </a:spcBef>
              <a:spcAft>
                <a:spcPct val="0"/>
              </a:spcAft>
              <a:buFont typeface="Arial" charset="0"/>
              <a:buNone/>
              <a:defRPr sz="2200" kern="1200">
                <a:solidFill>
                  <a:srgbClr val="00313C"/>
                </a:solidFill>
                <a:latin typeface="+mn-lt"/>
                <a:ea typeface="ＭＳ Ｐゴシック" charset="-128"/>
                <a:cs typeface="ＭＳ Ｐゴシック" charset="-128"/>
              </a:defRPr>
            </a:lvl1pPr>
            <a:lvl2pPr marL="1362056"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2pPr>
            <a:lvl3pPr marL="1885924" indent="-523867"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3pPr>
            <a:lvl4pPr marL="2462179" indent="-576255"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4pPr>
            <a:lvl5pPr marL="2881273" indent="-419094" algn="l" defTabSz="4022342" rtl="0" eaLnBrk="0" fontAlgn="base" hangingPunct="0">
              <a:spcBef>
                <a:spcPct val="20000"/>
              </a:spcBef>
              <a:spcAft>
                <a:spcPct val="0"/>
              </a:spcAft>
              <a:buFont typeface="Arial" charset="0"/>
              <a:buChar char="»"/>
              <a:defRPr sz="2292" kern="1200">
                <a:solidFill>
                  <a:schemeClr val="tx1"/>
                </a:solidFill>
                <a:latin typeface="Trebuchet MS" pitchFamily="34" charset="0"/>
                <a:ea typeface="ＭＳ Ｐゴシック" charset="-128"/>
                <a:cs typeface="+mn-cs"/>
              </a:defRPr>
            </a:lvl5pPr>
            <a:lvl6pPr marL="11064090"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6pPr>
            <a:lvl7pPr marL="13075741"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7pPr>
            <a:lvl8pPr marL="15087394"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8pPr>
            <a:lvl9pPr marL="17099047" indent="-1005827" algn="l" defTabSz="4023305" rtl="0" eaLnBrk="1" latinLnBrk="0" hangingPunct="1">
              <a:spcBef>
                <a:spcPct val="20000"/>
              </a:spcBef>
              <a:buFont typeface="Arial" pitchFamily="34" charset="0"/>
              <a:buChar char="•"/>
              <a:defRPr sz="8800" kern="1200">
                <a:solidFill>
                  <a:schemeClr val="tx1"/>
                </a:solidFill>
                <a:latin typeface="+mn-lt"/>
                <a:ea typeface="+mn-ea"/>
                <a:cs typeface="+mn-cs"/>
              </a:defRPr>
            </a:lvl9pPr>
          </a:lstStyle>
          <a:p>
            <a:pPr algn="ctr"/>
            <a:r>
              <a:rPr lang="en-US" dirty="0"/>
              <a:t>Figure 5: finding spectral temperature from x-ray spectrum. Under what conditions</a:t>
            </a:r>
          </a:p>
          <a:p>
            <a:pPr algn="ctr"/>
            <a:endParaRPr lang="en-US" dirty="0"/>
          </a:p>
        </p:txBody>
      </p:sp>
      <p:pic>
        <p:nvPicPr>
          <p:cNvPr id="9" name="Picture 8">
            <a:extLst>
              <a:ext uri="{FF2B5EF4-FFF2-40B4-BE49-F238E27FC236}">
                <a16:creationId xmlns:a16="http://schemas.microsoft.com/office/drawing/2014/main" id="{7131C7A2-E18A-3A29-3EFF-A1F130578372}"/>
              </a:ext>
            </a:extLst>
          </p:cNvPr>
          <p:cNvPicPr>
            <a:picLocks noChangeAspect="1"/>
          </p:cNvPicPr>
          <p:nvPr/>
        </p:nvPicPr>
        <p:blipFill>
          <a:blip r:embed="rId10"/>
          <a:stretch>
            <a:fillRect/>
          </a:stretch>
        </p:blipFill>
        <p:spPr>
          <a:xfrm>
            <a:off x="25233095" y="2195119"/>
            <a:ext cx="4381500" cy="2590800"/>
          </a:xfrm>
          <a:prstGeom prst="rect">
            <a:avLst/>
          </a:prstGeom>
        </p:spPr>
      </p:pic>
      <p:pic>
        <p:nvPicPr>
          <p:cNvPr id="20" name="Picture 19">
            <a:extLst>
              <a:ext uri="{FF2B5EF4-FFF2-40B4-BE49-F238E27FC236}">
                <a16:creationId xmlns:a16="http://schemas.microsoft.com/office/drawing/2014/main" id="{F55DAEED-7484-4AFF-B4EC-1E473F79A2D6}"/>
              </a:ext>
            </a:extLst>
          </p:cNvPr>
          <p:cNvPicPr>
            <a:picLocks noChangeAspect="1"/>
          </p:cNvPicPr>
          <p:nvPr/>
        </p:nvPicPr>
        <p:blipFill>
          <a:blip r:embed="rId11"/>
          <a:stretch>
            <a:fillRect/>
          </a:stretch>
        </p:blipFill>
        <p:spPr>
          <a:xfrm>
            <a:off x="21661220" y="2970386"/>
            <a:ext cx="2381250" cy="2562225"/>
          </a:xfrm>
          <a:prstGeom prst="rect">
            <a:avLst/>
          </a:prstGeom>
        </p:spPr>
      </p:pic>
      <p:pic>
        <p:nvPicPr>
          <p:cNvPr id="24" name="Picture Placeholder 23">
            <a:extLst>
              <a:ext uri="{FF2B5EF4-FFF2-40B4-BE49-F238E27FC236}">
                <a16:creationId xmlns:a16="http://schemas.microsoft.com/office/drawing/2014/main" id="{3AE121B5-1F8D-D71D-372D-8C380C76DC94}"/>
              </a:ext>
            </a:extLst>
          </p:cNvPr>
          <p:cNvPicPr>
            <a:picLocks noGrp="1" noChangeAspect="1"/>
          </p:cNvPicPr>
          <p:nvPr>
            <p:ph type="pic" sz="quarter" idx="152"/>
          </p:nvPr>
        </p:nvPicPr>
        <p:blipFill>
          <a:blip r:embed="rId12">
            <a:extLst>
              <a:ext uri="{28A0092B-C50C-407E-A947-70E740481C1C}">
                <a14:useLocalDpi xmlns:a14="http://schemas.microsoft.com/office/drawing/2010/main" val="0"/>
              </a:ext>
            </a:extLst>
          </a:blip>
          <a:stretch>
            <a:fillRect/>
          </a:stretch>
        </p:blipFill>
        <p:spPr>
          <a:xfrm>
            <a:off x="8494623" y="9839099"/>
            <a:ext cx="13279703" cy="5229955"/>
          </a:xfrm>
          <a:prstGeom prst="rect">
            <a:avLst/>
          </a:prstGeom>
        </p:spPr>
      </p:pic>
      <p:pic>
        <p:nvPicPr>
          <p:cNvPr id="32" name="Picture 31">
            <a:extLst>
              <a:ext uri="{FF2B5EF4-FFF2-40B4-BE49-F238E27FC236}">
                <a16:creationId xmlns:a16="http://schemas.microsoft.com/office/drawing/2014/main" id="{2DD09E3C-F2B3-A05B-F40B-116B2A2FF11B}"/>
              </a:ext>
            </a:extLst>
          </p:cNvPr>
          <p:cNvPicPr>
            <a:picLocks noChangeAspect="1"/>
          </p:cNvPicPr>
          <p:nvPr/>
        </p:nvPicPr>
        <p:blipFill>
          <a:blip r:embed="rId13" cstate="email">
            <a:extLst>
              <a:ext uri="{28A0092B-C50C-407E-A947-70E740481C1C}">
                <a14:useLocalDpi xmlns:a14="http://schemas.microsoft.com/office/drawing/2010/main" val="0"/>
              </a:ext>
            </a:extLst>
          </a:blip>
          <a:stretch>
            <a:fillRect/>
          </a:stretch>
        </p:blipFill>
        <p:spPr>
          <a:xfrm>
            <a:off x="1194764" y="24004829"/>
            <a:ext cx="5486411" cy="3657607"/>
          </a:xfrm>
          <a:prstGeom prst="rect">
            <a:avLst/>
          </a:prstGeom>
        </p:spPr>
      </p:pic>
      <p:pic>
        <p:nvPicPr>
          <p:cNvPr id="35" name="Picture 34">
            <a:extLst>
              <a:ext uri="{FF2B5EF4-FFF2-40B4-BE49-F238E27FC236}">
                <a16:creationId xmlns:a16="http://schemas.microsoft.com/office/drawing/2014/main" id="{0D5D4F02-CA70-C368-436D-0A6819D6669F}"/>
              </a:ext>
            </a:extLst>
          </p:cNvPr>
          <p:cNvPicPr>
            <a:picLocks noChangeAspect="1"/>
          </p:cNvPicPr>
          <p:nvPr/>
        </p:nvPicPr>
        <p:blipFill>
          <a:blip r:embed="rId14"/>
          <a:stretch>
            <a:fillRect/>
          </a:stretch>
        </p:blipFill>
        <p:spPr>
          <a:xfrm>
            <a:off x="13200234" y="25337511"/>
            <a:ext cx="8574092" cy="6088848"/>
          </a:xfrm>
          <a:prstGeom prst="rect">
            <a:avLst/>
          </a:prstGeom>
        </p:spPr>
      </p:pic>
    </p:spTree>
  </p:cSld>
  <p:clrMapOvr>
    <a:masterClrMapping/>
  </p:clrMapOvr>
</p:sld>
</file>

<file path=ppt/theme/theme1.xml><?xml version="1.0" encoding="utf-8"?>
<a:theme xmlns:a="http://schemas.openxmlformats.org/drawingml/2006/main" name="LBNL 4-Column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182880" tIns="228600" rIns="182880" bIns="228600" rtlCol="0">
        <a:spAutoFit/>
      </a:bodyPr>
      <a:lstStyle>
        <a:defPPr>
          <a:spcBef>
            <a:spcPts val="576"/>
          </a:spcBef>
          <a:defRPr sz="2400" dirty="0" smtClean="0"/>
        </a:defPPr>
      </a:lstStyle>
    </a:txDef>
  </a:objectDefaults>
  <a:extraClrSchemeLst/>
  <a:extLst>
    <a:ext uri="{05A4C25C-085E-4340-85A3-A5531E510DB2}">
      <thm15:themeFamily xmlns:thm15="http://schemas.microsoft.com/office/thememl/2012/main" name="LBNL_Poster_V_36x48_Template_teal" id="{FFF0BDD7-FB00-8C43-99AD-D9EA3CCE18E3}" vid="{B336E2C7-40DC-C847-A14C-1B089C6E5D53}"/>
    </a:ext>
  </a:extLst>
</a:theme>
</file>

<file path=ppt/theme/theme2.xml><?xml version="1.0" encoding="utf-8"?>
<a:theme xmlns:a="http://schemas.openxmlformats.org/drawingml/2006/main" name="LBNL 3-Column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BNL_Poster_V_36x48_Template_teal" id="{FFF0BDD7-FB00-8C43-99AD-D9EA3CCE18E3}" vid="{CC93FB4E-1284-1941-8A0B-17259C7EB98C}"/>
    </a:ext>
  </a:extLst>
</a:theme>
</file>

<file path=ppt/theme/theme3.xml><?xml version="1.0" encoding="utf-8"?>
<a:theme xmlns:a="http://schemas.openxmlformats.org/drawingml/2006/main" name="LBNL Wide-Center Teal V Poster ">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BNL_Poster_V_36x48_Template_teal" id="{FFF0BDD7-FB00-8C43-99AD-D9EA3CCE18E3}" vid="{D8189515-1EFB-BB41-B69D-227CB646ED30}"/>
    </a:ext>
  </a:extLst>
</a:theme>
</file>

<file path=ppt/theme/theme4.xml><?xml version="1.0" encoding="utf-8"?>
<a:theme xmlns:a="http://schemas.openxmlformats.org/drawingml/2006/main" name="LBNL Right-Highlight Teal V Poster">
  <a:themeElements>
    <a:clrScheme name="2020 LBNL Color Theme">
      <a:dk1>
        <a:srgbClr val="00303C"/>
      </a:dk1>
      <a:lt1>
        <a:srgbClr val="FFFFFF"/>
      </a:lt1>
      <a:dk2>
        <a:srgbClr val="00303B"/>
      </a:dk2>
      <a:lt2>
        <a:srgbClr val="B1B3B3"/>
      </a:lt2>
      <a:accent1>
        <a:srgbClr val="007681"/>
      </a:accent1>
      <a:accent2>
        <a:srgbClr val="4198B5"/>
      </a:accent2>
      <a:accent3>
        <a:srgbClr val="D57800"/>
      </a:accent3>
      <a:accent4>
        <a:srgbClr val="74AA50"/>
      </a:accent4>
      <a:accent5>
        <a:srgbClr val="EAAA00"/>
      </a:accent5>
      <a:accent6>
        <a:srgbClr val="E04E38"/>
      </a:accent6>
      <a:hlink>
        <a:srgbClr val="0055D1"/>
      </a:hlink>
      <a:folHlink>
        <a:srgbClr val="66339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wrap="square" lIns="228589" tIns="228589" rIns="228589" bIns="228589">
        <a:spAutoFit/>
      </a:bodyPr>
      <a:lstStyle>
        <a:defPPr marL="342883" marR="0" indent="-342883" algn="l" defTabSz="4388900" rtl="0" eaLnBrk="1" fontAlgn="auto" latinLnBrk="0" hangingPunct="1">
          <a:lnSpc>
            <a:spcPct val="100000"/>
          </a:lnSpc>
          <a:spcBef>
            <a:spcPct val="20000"/>
          </a:spcBef>
          <a:spcAft>
            <a:spcPts val="0"/>
          </a:spcAft>
          <a:buClrTx/>
          <a:buSzTx/>
          <a:buFont typeface="Arial" pitchFamily="34" charset="0"/>
          <a:buNone/>
          <a:tabLst/>
          <a:defRPr kumimoji="0" sz="2400" b="0" i="0" u="none" strike="noStrike" kern="1200" cap="none" spc="0" normalizeH="0" baseline="0" noProof="0" smtClean="0">
            <a:ln>
              <a:noFill/>
            </a:ln>
            <a:solidFill>
              <a:schemeClr val="tx1"/>
            </a:solidFill>
            <a:effectLst/>
            <a:uLnTx/>
            <a:uFillTx/>
            <a:latin typeface="+mn-lt"/>
            <a:ea typeface="+mn-ea"/>
            <a:cs typeface="+mn-cs"/>
          </a:defRPr>
        </a:defPPr>
      </a:lstStyle>
    </a:txDef>
  </a:objectDefaults>
  <a:extraClrSchemeLst/>
  <a:extLst>
    <a:ext uri="{05A4C25C-085E-4340-85A3-A5531E510DB2}">
      <thm15:themeFamily xmlns:thm15="http://schemas.microsoft.com/office/thememl/2012/main" name="LBNL_Poster_V_36x48_Template_teal" id="{FFF0BDD7-FB00-8C43-99AD-D9EA3CCE18E3}" vid="{27F82B27-DD6D-C54C-815A-B95D79D5D51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LBNL_Poster_V_36x48_Template_teal</Template>
  <TotalTime>11384</TotalTime>
  <Words>851</Words>
  <Application>Microsoft Office PowerPoint</Application>
  <PresentationFormat>Custom</PresentationFormat>
  <Paragraphs>64</Paragraphs>
  <Slides>1</Slides>
  <Notes>1</Notes>
  <HiddenSlides>0</HiddenSlides>
  <MMClips>0</MMClips>
  <ScaleCrop>false</ScaleCrop>
  <HeadingPairs>
    <vt:vector size="6" baseType="variant">
      <vt:variant>
        <vt:lpstr>Fonts Used</vt:lpstr>
      </vt:variant>
      <vt:variant>
        <vt:i4>3</vt:i4>
      </vt:variant>
      <vt:variant>
        <vt:lpstr>Theme</vt:lpstr>
      </vt:variant>
      <vt:variant>
        <vt:i4>4</vt:i4>
      </vt:variant>
      <vt:variant>
        <vt:lpstr>Slide Titles</vt:lpstr>
      </vt:variant>
      <vt:variant>
        <vt:i4>1</vt:i4>
      </vt:variant>
    </vt:vector>
  </HeadingPairs>
  <TitlesOfParts>
    <vt:vector size="8" baseType="lpstr">
      <vt:lpstr>Arial</vt:lpstr>
      <vt:lpstr>Calibri</vt:lpstr>
      <vt:lpstr>Trebuchet MS</vt:lpstr>
      <vt:lpstr>LBNL 4-Column Teal V Poster </vt:lpstr>
      <vt:lpstr>LBNL 3-Column Teal V Poster </vt:lpstr>
      <vt:lpstr>LBNL Wide-Center Teal V Poster </vt:lpstr>
      <vt:lpstr>LBNL Right-Highlight Teal V Poster</vt:lpstr>
      <vt:lpstr>Two-Frequency Heating Phenomena at the Superconducting VENUS ECR Ion Source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 Intwala</dc:creator>
  <dc:description>This template is the property of PosterPresentations.com. Call us if you need help with this poster template._x000d_
1-866-649-3004           _x000d_
 (c)PosterPresentations.com</dc:description>
  <cp:lastModifiedBy>Nishi Intwala</cp:lastModifiedBy>
  <cp:revision>23</cp:revision>
  <cp:lastPrinted>2026-09-24T16:03:58Z</cp:lastPrinted>
  <dcterms:created xsi:type="dcterms:W3CDTF">2026-09-16T20:49:21Z</dcterms:created>
  <dcterms:modified xsi:type="dcterms:W3CDTF">2026-09-25T22:11:23Z</dcterms:modified>
</cp:coreProperties>
</file>